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7" r:id="rId2"/>
    <p:sldId id="263" r:id="rId3"/>
    <p:sldId id="264" r:id="rId4"/>
    <p:sldId id="265" r:id="rId5"/>
    <p:sldId id="266" r:id="rId6"/>
    <p:sldId id="258" r:id="rId7"/>
    <p:sldId id="259" r:id="rId8"/>
    <p:sldId id="267" r:id="rId9"/>
    <p:sldId id="268" r:id="rId10"/>
    <p:sldId id="261" r:id="rId11"/>
    <p:sldId id="269" r:id="rId12"/>
    <p:sldId id="262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2C922D-11E4-4805-B88D-1AF7919DF422}" v="387" dt="2024-01-14T10:02:05.263"/>
    <p1510:client id="{AA00E05A-1EFF-1400-9D44-25112B40465F}" v="729" dt="2024-01-14T15:57:36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74" autoAdjust="0"/>
    <p:restoredTop sz="81544" autoAdjust="0"/>
  </p:normalViewPr>
  <p:slideViewPr>
    <p:cSldViewPr snapToGrid="0">
      <p:cViewPr varScale="1">
        <p:scale>
          <a:sx n="75" d="100"/>
          <a:sy n="75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el Sparks" userId="97c8494a-d7ca-4ad2-875e-2d5b5432d1e7" providerId="ADAL" clId="{94174996-C023-4432-805A-9C9499938871}"/>
    <pc:docChg chg="undo custSel addSld delSld modSld sldOrd">
      <pc:chgData name="Rachel Sparks" userId="97c8494a-d7ca-4ad2-875e-2d5b5432d1e7" providerId="ADAL" clId="{94174996-C023-4432-805A-9C9499938871}" dt="2024-01-14T15:03:18.405" v="2600" actId="47"/>
      <pc:docMkLst>
        <pc:docMk/>
      </pc:docMkLst>
      <pc:sldChg chg="addSp modSp mod modTransition modAnim modNotesTx">
        <pc:chgData name="Rachel Sparks" userId="97c8494a-d7ca-4ad2-875e-2d5b5432d1e7" providerId="ADAL" clId="{94174996-C023-4432-805A-9C9499938871}" dt="2024-01-14T14:46:16.677" v="1744" actId="20577"/>
        <pc:sldMkLst>
          <pc:docMk/>
          <pc:sldMk cId="2781651712" sldId="258"/>
        </pc:sldMkLst>
        <pc:spChg chg="mod">
          <ac:chgData name="Rachel Sparks" userId="97c8494a-d7ca-4ad2-875e-2d5b5432d1e7" providerId="ADAL" clId="{94174996-C023-4432-805A-9C9499938871}" dt="2024-01-14T14:22:06.918" v="720" actId="20577"/>
          <ac:spMkLst>
            <pc:docMk/>
            <pc:sldMk cId="2781651712" sldId="258"/>
            <ac:spMk id="2" creationId="{8E429B8D-E67A-50EA-5F06-3C6AA86DAAEE}"/>
          </ac:spMkLst>
        </pc:spChg>
        <pc:spChg chg="mod">
          <ac:chgData name="Rachel Sparks" userId="97c8494a-d7ca-4ad2-875e-2d5b5432d1e7" providerId="ADAL" clId="{94174996-C023-4432-805A-9C9499938871}" dt="2024-01-14T14:21:20.302" v="708" actId="20577"/>
          <ac:spMkLst>
            <pc:docMk/>
            <pc:sldMk cId="2781651712" sldId="258"/>
            <ac:spMk id="3" creationId="{62866768-92E3-755B-55B9-FF1E032FB10F}"/>
          </ac:spMkLst>
        </pc:spChg>
        <pc:spChg chg="add mod">
          <ac:chgData name="Rachel Sparks" userId="97c8494a-d7ca-4ad2-875e-2d5b5432d1e7" providerId="ADAL" clId="{94174996-C023-4432-805A-9C9499938871}" dt="2024-01-14T14:14:23.298" v="389" actId="1076"/>
          <ac:spMkLst>
            <pc:docMk/>
            <pc:sldMk cId="2781651712" sldId="258"/>
            <ac:spMk id="4" creationId="{60A6AA97-DD87-8AD0-6857-B8D7E4A06E51}"/>
          </ac:spMkLst>
        </pc:spChg>
        <pc:spChg chg="add mod">
          <ac:chgData name="Rachel Sparks" userId="97c8494a-d7ca-4ad2-875e-2d5b5432d1e7" providerId="ADAL" clId="{94174996-C023-4432-805A-9C9499938871}" dt="2024-01-14T14:14:23.298" v="389" actId="1076"/>
          <ac:spMkLst>
            <pc:docMk/>
            <pc:sldMk cId="2781651712" sldId="258"/>
            <ac:spMk id="5" creationId="{D05E4FA2-19DB-1AA5-7C5D-6E1C7AA86895}"/>
          </ac:spMkLst>
        </pc:spChg>
        <pc:spChg chg="add mod">
          <ac:chgData name="Rachel Sparks" userId="97c8494a-d7ca-4ad2-875e-2d5b5432d1e7" providerId="ADAL" clId="{94174996-C023-4432-805A-9C9499938871}" dt="2024-01-14T14:14:23.298" v="389" actId="1076"/>
          <ac:spMkLst>
            <pc:docMk/>
            <pc:sldMk cId="2781651712" sldId="258"/>
            <ac:spMk id="6" creationId="{755407CE-0EE3-0270-0FA8-1A7ED8357D71}"/>
          </ac:spMkLst>
        </pc:spChg>
        <pc:spChg chg="add mod">
          <ac:chgData name="Rachel Sparks" userId="97c8494a-d7ca-4ad2-875e-2d5b5432d1e7" providerId="ADAL" clId="{94174996-C023-4432-805A-9C9499938871}" dt="2024-01-14T14:14:23.298" v="389" actId="1076"/>
          <ac:spMkLst>
            <pc:docMk/>
            <pc:sldMk cId="2781651712" sldId="258"/>
            <ac:spMk id="7" creationId="{C95FE85D-7808-D282-8107-63CA007B8434}"/>
          </ac:spMkLst>
        </pc:spChg>
        <pc:spChg chg="add mod">
          <ac:chgData name="Rachel Sparks" userId="97c8494a-d7ca-4ad2-875e-2d5b5432d1e7" providerId="ADAL" clId="{94174996-C023-4432-805A-9C9499938871}" dt="2024-01-14T14:14:23.298" v="389" actId="1076"/>
          <ac:spMkLst>
            <pc:docMk/>
            <pc:sldMk cId="2781651712" sldId="258"/>
            <ac:spMk id="8" creationId="{CBC79A80-9505-BF2E-F3EF-26C4B2326EAA}"/>
          </ac:spMkLst>
        </pc:spChg>
        <pc:spChg chg="add mod">
          <ac:chgData name="Rachel Sparks" userId="97c8494a-d7ca-4ad2-875e-2d5b5432d1e7" providerId="ADAL" clId="{94174996-C023-4432-805A-9C9499938871}" dt="2024-01-14T14:19:09.451" v="581" actId="14100"/>
          <ac:spMkLst>
            <pc:docMk/>
            <pc:sldMk cId="2781651712" sldId="258"/>
            <ac:spMk id="9" creationId="{6C9D6B1B-5155-545A-2DD7-7549B36DB3CC}"/>
          </ac:spMkLst>
        </pc:spChg>
        <pc:spChg chg="add mod">
          <ac:chgData name="Rachel Sparks" userId="97c8494a-d7ca-4ad2-875e-2d5b5432d1e7" providerId="ADAL" clId="{94174996-C023-4432-805A-9C9499938871}" dt="2024-01-14T14:44:16.459" v="1348" actId="1076"/>
          <ac:spMkLst>
            <pc:docMk/>
            <pc:sldMk cId="2781651712" sldId="258"/>
            <ac:spMk id="10" creationId="{C0F80BBA-490C-BED3-30B2-1B4CCB91BED2}"/>
          </ac:spMkLst>
        </pc:spChg>
        <pc:spChg chg="add mod">
          <ac:chgData name="Rachel Sparks" userId="97c8494a-d7ca-4ad2-875e-2d5b5432d1e7" providerId="ADAL" clId="{94174996-C023-4432-805A-9C9499938871}" dt="2024-01-14T14:20:53.467" v="626" actId="14100"/>
          <ac:spMkLst>
            <pc:docMk/>
            <pc:sldMk cId="2781651712" sldId="258"/>
            <ac:spMk id="11" creationId="{79E3B373-C93D-37FE-329F-B8974CD628ED}"/>
          </ac:spMkLst>
        </pc:spChg>
      </pc:sldChg>
      <pc:sldChg chg="addSp modSp mod modTransition modAnim">
        <pc:chgData name="Rachel Sparks" userId="97c8494a-d7ca-4ad2-875e-2d5b5432d1e7" providerId="ADAL" clId="{94174996-C023-4432-805A-9C9499938871}" dt="2024-01-14T15:00:59.577" v="2446" actId="14100"/>
        <pc:sldMkLst>
          <pc:docMk/>
          <pc:sldMk cId="3106701122" sldId="259"/>
        </pc:sldMkLst>
        <pc:spChg chg="mod">
          <ac:chgData name="Rachel Sparks" userId="97c8494a-d7ca-4ad2-875e-2d5b5432d1e7" providerId="ADAL" clId="{94174996-C023-4432-805A-9C9499938871}" dt="2024-01-14T14:46:32.993" v="1765" actId="20577"/>
          <ac:spMkLst>
            <pc:docMk/>
            <pc:sldMk cId="3106701122" sldId="259"/>
            <ac:spMk id="2" creationId="{89D07BF8-2CFD-83B9-BCBF-4A4D0146C086}"/>
          </ac:spMkLst>
        </pc:spChg>
        <pc:spChg chg="mod">
          <ac:chgData name="Rachel Sparks" userId="97c8494a-d7ca-4ad2-875e-2d5b5432d1e7" providerId="ADAL" clId="{94174996-C023-4432-805A-9C9499938871}" dt="2024-01-14T15:00:39.781" v="2443" actId="5793"/>
          <ac:spMkLst>
            <pc:docMk/>
            <pc:sldMk cId="3106701122" sldId="259"/>
            <ac:spMk id="3" creationId="{282CF5D9-6DFD-62C1-89C3-259263BFBDC3}"/>
          </ac:spMkLst>
        </pc:spChg>
        <pc:spChg chg="add mod">
          <ac:chgData name="Rachel Sparks" userId="97c8494a-d7ca-4ad2-875e-2d5b5432d1e7" providerId="ADAL" clId="{94174996-C023-4432-805A-9C9499938871}" dt="2024-01-14T14:50:43.099" v="1959" actId="1076"/>
          <ac:spMkLst>
            <pc:docMk/>
            <pc:sldMk cId="3106701122" sldId="259"/>
            <ac:spMk id="5" creationId="{61451924-B704-304E-2E5D-7B9F82AA3A6F}"/>
          </ac:spMkLst>
        </pc:spChg>
        <pc:spChg chg="add mod">
          <ac:chgData name="Rachel Sparks" userId="97c8494a-d7ca-4ad2-875e-2d5b5432d1e7" providerId="ADAL" clId="{94174996-C023-4432-805A-9C9499938871}" dt="2024-01-14T15:00:59.577" v="2446" actId="14100"/>
          <ac:spMkLst>
            <pc:docMk/>
            <pc:sldMk cId="3106701122" sldId="259"/>
            <ac:spMk id="6" creationId="{CB4B97BC-C5E8-884C-CB0B-58FAECA73A02}"/>
          </ac:spMkLst>
        </pc:spChg>
        <pc:picChg chg="add mod">
          <ac:chgData name="Rachel Sparks" userId="97c8494a-d7ca-4ad2-875e-2d5b5432d1e7" providerId="ADAL" clId="{94174996-C023-4432-805A-9C9499938871}" dt="2024-01-14T15:00:30.649" v="2425" actId="1076"/>
          <ac:picMkLst>
            <pc:docMk/>
            <pc:sldMk cId="3106701122" sldId="259"/>
            <ac:picMk id="4" creationId="{113A797C-3B06-BCE8-1535-EA4A25AB211B}"/>
          </ac:picMkLst>
        </pc:picChg>
      </pc:sldChg>
      <pc:sldChg chg="modSp del modTransition">
        <pc:chgData name="Rachel Sparks" userId="97c8494a-d7ca-4ad2-875e-2d5b5432d1e7" providerId="ADAL" clId="{94174996-C023-4432-805A-9C9499938871}" dt="2024-01-14T15:03:18.405" v="2600" actId="47"/>
        <pc:sldMkLst>
          <pc:docMk/>
          <pc:sldMk cId="850093080" sldId="260"/>
        </pc:sldMkLst>
        <pc:spChg chg="mod">
          <ac:chgData name="Rachel Sparks" userId="97c8494a-d7ca-4ad2-875e-2d5b5432d1e7" providerId="ADAL" clId="{94174996-C023-4432-805A-9C9499938871}" dt="2024-01-14T14:04:07.853" v="0"/>
          <ac:spMkLst>
            <pc:docMk/>
            <pc:sldMk cId="850093080" sldId="260"/>
            <ac:spMk id="2" creationId="{C510632C-971A-AA1B-5AE8-FC69DA4F6A98}"/>
          </ac:spMkLst>
        </pc:spChg>
        <pc:spChg chg="mod">
          <ac:chgData name="Rachel Sparks" userId="97c8494a-d7ca-4ad2-875e-2d5b5432d1e7" providerId="ADAL" clId="{94174996-C023-4432-805A-9C9499938871}" dt="2024-01-14T14:04:07.853" v="0"/>
          <ac:spMkLst>
            <pc:docMk/>
            <pc:sldMk cId="850093080" sldId="260"/>
            <ac:spMk id="3" creationId="{C80B90B8-9EB6-B8C9-F5AC-0961B98E7D75}"/>
          </ac:spMkLst>
        </pc:spChg>
      </pc:sldChg>
      <pc:sldChg chg="modSp modTransition">
        <pc:chgData name="Rachel Sparks" userId="97c8494a-d7ca-4ad2-875e-2d5b5432d1e7" providerId="ADAL" clId="{94174996-C023-4432-805A-9C9499938871}" dt="2024-01-14T14:04:07.853" v="0"/>
        <pc:sldMkLst>
          <pc:docMk/>
          <pc:sldMk cId="8040559" sldId="261"/>
        </pc:sldMkLst>
        <pc:spChg chg="mod">
          <ac:chgData name="Rachel Sparks" userId="97c8494a-d7ca-4ad2-875e-2d5b5432d1e7" providerId="ADAL" clId="{94174996-C023-4432-805A-9C9499938871}" dt="2024-01-14T14:04:07.853" v="0"/>
          <ac:spMkLst>
            <pc:docMk/>
            <pc:sldMk cId="8040559" sldId="261"/>
            <ac:spMk id="2" creationId="{251F3996-BE33-E416-9210-223CDA18A19E}"/>
          </ac:spMkLst>
        </pc:spChg>
        <pc:spChg chg="mod">
          <ac:chgData name="Rachel Sparks" userId="97c8494a-d7ca-4ad2-875e-2d5b5432d1e7" providerId="ADAL" clId="{94174996-C023-4432-805A-9C9499938871}" dt="2024-01-14T14:04:07.853" v="0"/>
          <ac:spMkLst>
            <pc:docMk/>
            <pc:sldMk cId="8040559" sldId="261"/>
            <ac:spMk id="3" creationId="{26559744-9391-9E96-E113-3378928DD888}"/>
          </ac:spMkLst>
        </pc:spChg>
      </pc:sldChg>
      <pc:sldChg chg="modSp modTransition">
        <pc:chgData name="Rachel Sparks" userId="97c8494a-d7ca-4ad2-875e-2d5b5432d1e7" providerId="ADAL" clId="{94174996-C023-4432-805A-9C9499938871}" dt="2024-01-14T14:04:07.853" v="0"/>
        <pc:sldMkLst>
          <pc:docMk/>
          <pc:sldMk cId="3178317841" sldId="262"/>
        </pc:sldMkLst>
        <pc:spChg chg="mod">
          <ac:chgData name="Rachel Sparks" userId="97c8494a-d7ca-4ad2-875e-2d5b5432d1e7" providerId="ADAL" clId="{94174996-C023-4432-805A-9C9499938871}" dt="2024-01-14T14:04:07.853" v="0"/>
          <ac:spMkLst>
            <pc:docMk/>
            <pc:sldMk cId="3178317841" sldId="262"/>
            <ac:spMk id="2" creationId="{0F3018F7-A962-4619-5FDC-831DEFA5E0C7}"/>
          </ac:spMkLst>
        </pc:spChg>
        <pc:spChg chg="mod">
          <ac:chgData name="Rachel Sparks" userId="97c8494a-d7ca-4ad2-875e-2d5b5432d1e7" providerId="ADAL" clId="{94174996-C023-4432-805A-9C9499938871}" dt="2024-01-14T14:04:07.853" v="0"/>
          <ac:spMkLst>
            <pc:docMk/>
            <pc:sldMk cId="3178317841" sldId="262"/>
            <ac:spMk id="3" creationId="{67BB1618-B008-9820-0CFD-287B75190614}"/>
          </ac:spMkLst>
        </pc:spChg>
      </pc:sldChg>
      <pc:sldChg chg="modSp mod modTransition">
        <pc:chgData name="Rachel Sparks" userId="97c8494a-d7ca-4ad2-875e-2d5b5432d1e7" providerId="ADAL" clId="{94174996-C023-4432-805A-9C9499938871}" dt="2024-01-14T14:04:08.831" v="1" actId="27636"/>
        <pc:sldMkLst>
          <pc:docMk/>
          <pc:sldMk cId="3878864602" sldId="263"/>
        </pc:sldMkLst>
        <pc:spChg chg="mod">
          <ac:chgData name="Rachel Sparks" userId="97c8494a-d7ca-4ad2-875e-2d5b5432d1e7" providerId="ADAL" clId="{94174996-C023-4432-805A-9C9499938871}" dt="2024-01-14T14:04:07.853" v="0"/>
          <ac:spMkLst>
            <pc:docMk/>
            <pc:sldMk cId="3878864602" sldId="263"/>
            <ac:spMk id="2" creationId="{75E4B1EC-8160-870B-177A-8288EE085CA2}"/>
          </ac:spMkLst>
        </pc:spChg>
        <pc:spChg chg="mod">
          <ac:chgData name="Rachel Sparks" userId="97c8494a-d7ca-4ad2-875e-2d5b5432d1e7" providerId="ADAL" clId="{94174996-C023-4432-805A-9C9499938871}" dt="2024-01-14T14:04:08.831" v="1" actId="27636"/>
          <ac:spMkLst>
            <pc:docMk/>
            <pc:sldMk cId="3878864602" sldId="263"/>
            <ac:spMk id="3" creationId="{7B3D631F-1F9F-E887-8424-030E80DA8DE4}"/>
          </ac:spMkLst>
        </pc:spChg>
      </pc:sldChg>
      <pc:sldChg chg="modSp">
        <pc:chgData name="Rachel Sparks" userId="97c8494a-d7ca-4ad2-875e-2d5b5432d1e7" providerId="ADAL" clId="{94174996-C023-4432-805A-9C9499938871}" dt="2024-01-14T14:04:07.853" v="0"/>
        <pc:sldMkLst>
          <pc:docMk/>
          <pc:sldMk cId="1136953315" sldId="264"/>
        </pc:sldMkLst>
        <pc:spChg chg="mod">
          <ac:chgData name="Rachel Sparks" userId="97c8494a-d7ca-4ad2-875e-2d5b5432d1e7" providerId="ADAL" clId="{94174996-C023-4432-805A-9C9499938871}" dt="2024-01-14T14:04:07.853" v="0"/>
          <ac:spMkLst>
            <pc:docMk/>
            <pc:sldMk cId="1136953315" sldId="264"/>
            <ac:spMk id="2" creationId="{6AE74D0D-185C-4ECB-BE0B-A49ECA50D2A2}"/>
          </ac:spMkLst>
        </pc:spChg>
      </pc:sldChg>
      <pc:sldChg chg="addSp delSp modSp add mod ord delAnim modAnim">
        <pc:chgData name="Rachel Sparks" userId="97c8494a-d7ca-4ad2-875e-2d5b5432d1e7" providerId="ADAL" clId="{94174996-C023-4432-805A-9C9499938871}" dt="2024-01-14T14:41:44.166" v="1103" actId="1076"/>
        <pc:sldMkLst>
          <pc:docMk/>
          <pc:sldMk cId="2254208027" sldId="265"/>
        </pc:sldMkLst>
        <pc:spChg chg="mod">
          <ac:chgData name="Rachel Sparks" userId="97c8494a-d7ca-4ad2-875e-2d5b5432d1e7" providerId="ADAL" clId="{94174996-C023-4432-805A-9C9499938871}" dt="2024-01-14T14:27:54.966" v="1099" actId="20577"/>
          <ac:spMkLst>
            <pc:docMk/>
            <pc:sldMk cId="2254208027" sldId="265"/>
            <ac:spMk id="3" creationId="{62866768-92E3-755B-55B9-FF1E032FB10F}"/>
          </ac:spMkLst>
        </pc:spChg>
        <pc:spChg chg="mod">
          <ac:chgData name="Rachel Sparks" userId="97c8494a-d7ca-4ad2-875e-2d5b5432d1e7" providerId="ADAL" clId="{94174996-C023-4432-805A-9C9499938871}" dt="2024-01-14T14:28:04.702" v="1100" actId="1076"/>
          <ac:spMkLst>
            <pc:docMk/>
            <pc:sldMk cId="2254208027" sldId="265"/>
            <ac:spMk id="4" creationId="{60A6AA97-DD87-8AD0-6857-B8D7E4A06E51}"/>
          </ac:spMkLst>
        </pc:spChg>
        <pc:spChg chg="del">
          <ac:chgData name="Rachel Sparks" userId="97c8494a-d7ca-4ad2-875e-2d5b5432d1e7" providerId="ADAL" clId="{94174996-C023-4432-805A-9C9499938871}" dt="2024-01-14T14:22:26.680" v="725" actId="478"/>
          <ac:spMkLst>
            <pc:docMk/>
            <pc:sldMk cId="2254208027" sldId="265"/>
            <ac:spMk id="5" creationId="{D05E4FA2-19DB-1AA5-7C5D-6E1C7AA86895}"/>
          </ac:spMkLst>
        </pc:spChg>
        <pc:spChg chg="del">
          <ac:chgData name="Rachel Sparks" userId="97c8494a-d7ca-4ad2-875e-2d5b5432d1e7" providerId="ADAL" clId="{94174996-C023-4432-805A-9C9499938871}" dt="2024-01-14T14:22:24.131" v="724" actId="478"/>
          <ac:spMkLst>
            <pc:docMk/>
            <pc:sldMk cId="2254208027" sldId="265"/>
            <ac:spMk id="6" creationId="{755407CE-0EE3-0270-0FA8-1A7ED8357D71}"/>
          </ac:spMkLst>
        </pc:spChg>
        <pc:spChg chg="mod">
          <ac:chgData name="Rachel Sparks" userId="97c8494a-d7ca-4ad2-875e-2d5b5432d1e7" providerId="ADAL" clId="{94174996-C023-4432-805A-9C9499938871}" dt="2024-01-14T14:28:04.702" v="1100" actId="1076"/>
          <ac:spMkLst>
            <pc:docMk/>
            <pc:sldMk cId="2254208027" sldId="265"/>
            <ac:spMk id="7" creationId="{C95FE85D-7808-D282-8107-63CA007B8434}"/>
          </ac:spMkLst>
        </pc:spChg>
        <pc:spChg chg="mod">
          <ac:chgData name="Rachel Sparks" userId="97c8494a-d7ca-4ad2-875e-2d5b5432d1e7" providerId="ADAL" clId="{94174996-C023-4432-805A-9C9499938871}" dt="2024-01-14T14:28:04.702" v="1100" actId="1076"/>
          <ac:spMkLst>
            <pc:docMk/>
            <pc:sldMk cId="2254208027" sldId="265"/>
            <ac:spMk id="8" creationId="{CBC79A80-9505-BF2E-F3EF-26C4B2326EAA}"/>
          </ac:spMkLst>
        </pc:spChg>
        <pc:spChg chg="del">
          <ac:chgData name="Rachel Sparks" userId="97c8494a-d7ca-4ad2-875e-2d5b5432d1e7" providerId="ADAL" clId="{94174996-C023-4432-805A-9C9499938871}" dt="2024-01-14T14:22:31.144" v="726" actId="478"/>
          <ac:spMkLst>
            <pc:docMk/>
            <pc:sldMk cId="2254208027" sldId="265"/>
            <ac:spMk id="9" creationId="{6C9D6B1B-5155-545A-2DD7-7549B36DB3CC}"/>
          </ac:spMkLst>
        </pc:spChg>
        <pc:spChg chg="del">
          <ac:chgData name="Rachel Sparks" userId="97c8494a-d7ca-4ad2-875e-2d5b5432d1e7" providerId="ADAL" clId="{94174996-C023-4432-805A-9C9499938871}" dt="2024-01-14T14:22:21.495" v="723" actId="478"/>
          <ac:spMkLst>
            <pc:docMk/>
            <pc:sldMk cId="2254208027" sldId="265"/>
            <ac:spMk id="10" creationId="{C0F80BBA-490C-BED3-30B2-1B4CCB91BED2}"/>
          </ac:spMkLst>
        </pc:spChg>
        <pc:spChg chg="del">
          <ac:chgData name="Rachel Sparks" userId="97c8494a-d7ca-4ad2-875e-2d5b5432d1e7" providerId="ADAL" clId="{94174996-C023-4432-805A-9C9499938871}" dt="2024-01-14T14:22:33.713" v="727" actId="478"/>
          <ac:spMkLst>
            <pc:docMk/>
            <pc:sldMk cId="2254208027" sldId="265"/>
            <ac:spMk id="11" creationId="{79E3B373-C93D-37FE-329F-B8974CD628ED}"/>
          </ac:spMkLst>
        </pc:spChg>
        <pc:picChg chg="add mod">
          <ac:chgData name="Rachel Sparks" userId="97c8494a-d7ca-4ad2-875e-2d5b5432d1e7" providerId="ADAL" clId="{94174996-C023-4432-805A-9C9499938871}" dt="2024-01-14T14:41:44.166" v="1103" actId="1076"/>
          <ac:picMkLst>
            <pc:docMk/>
            <pc:sldMk cId="2254208027" sldId="265"/>
            <ac:picMk id="13" creationId="{0EC170D7-FB2A-648F-C569-1F4804CE3AE9}"/>
          </ac:picMkLst>
        </pc:picChg>
      </pc:sldChg>
      <pc:sldChg chg="addSp delSp modSp add mod delAnim modNotesTx">
        <pc:chgData name="Rachel Sparks" userId="97c8494a-d7ca-4ad2-875e-2d5b5432d1e7" providerId="ADAL" clId="{94174996-C023-4432-805A-9C9499938871}" dt="2024-01-14T14:43:29.528" v="1320" actId="20577"/>
        <pc:sldMkLst>
          <pc:docMk/>
          <pc:sldMk cId="96552425" sldId="266"/>
        </pc:sldMkLst>
        <pc:spChg chg="del">
          <ac:chgData name="Rachel Sparks" userId="97c8494a-d7ca-4ad2-875e-2d5b5432d1e7" providerId="ADAL" clId="{94174996-C023-4432-805A-9C9499938871}" dt="2024-01-14T14:41:54.785" v="1105" actId="478"/>
          <ac:spMkLst>
            <pc:docMk/>
            <pc:sldMk cId="96552425" sldId="266"/>
            <ac:spMk id="4" creationId="{60A6AA97-DD87-8AD0-6857-B8D7E4A06E51}"/>
          </ac:spMkLst>
        </pc:spChg>
        <pc:spChg chg="del">
          <ac:chgData name="Rachel Sparks" userId="97c8494a-d7ca-4ad2-875e-2d5b5432d1e7" providerId="ADAL" clId="{94174996-C023-4432-805A-9C9499938871}" dt="2024-01-14T14:41:54.785" v="1105" actId="478"/>
          <ac:spMkLst>
            <pc:docMk/>
            <pc:sldMk cId="96552425" sldId="266"/>
            <ac:spMk id="7" creationId="{C95FE85D-7808-D282-8107-63CA007B8434}"/>
          </ac:spMkLst>
        </pc:spChg>
        <pc:spChg chg="del">
          <ac:chgData name="Rachel Sparks" userId="97c8494a-d7ca-4ad2-875e-2d5b5432d1e7" providerId="ADAL" clId="{94174996-C023-4432-805A-9C9499938871}" dt="2024-01-14T14:41:54.785" v="1105" actId="478"/>
          <ac:spMkLst>
            <pc:docMk/>
            <pc:sldMk cId="96552425" sldId="266"/>
            <ac:spMk id="8" creationId="{CBC79A80-9505-BF2E-F3EF-26C4B2326EAA}"/>
          </ac:spMkLst>
        </pc:spChg>
        <pc:picChg chg="add mod">
          <ac:chgData name="Rachel Sparks" userId="97c8494a-d7ca-4ad2-875e-2d5b5432d1e7" providerId="ADAL" clId="{94174996-C023-4432-805A-9C9499938871}" dt="2024-01-14T14:42:37.211" v="1114" actId="1076"/>
          <ac:picMkLst>
            <pc:docMk/>
            <pc:sldMk cId="96552425" sldId="266"/>
            <ac:picMk id="6" creationId="{5D8903A1-AB34-0601-B674-A6478832E89B}"/>
          </ac:picMkLst>
        </pc:picChg>
        <pc:picChg chg="mod modCrop">
          <ac:chgData name="Rachel Sparks" userId="97c8494a-d7ca-4ad2-875e-2d5b5432d1e7" providerId="ADAL" clId="{94174996-C023-4432-805A-9C9499938871}" dt="2024-01-14T14:42:21.521" v="1112" actId="732"/>
          <ac:picMkLst>
            <pc:docMk/>
            <pc:sldMk cId="96552425" sldId="266"/>
            <ac:picMk id="13" creationId="{0EC170D7-FB2A-648F-C569-1F4804CE3AE9}"/>
          </ac:picMkLst>
        </pc:picChg>
      </pc:sldChg>
      <pc:sldChg chg="addSp modSp new mod modNotesTx">
        <pc:chgData name="Rachel Sparks" userId="97c8494a-d7ca-4ad2-875e-2d5b5432d1e7" providerId="ADAL" clId="{94174996-C023-4432-805A-9C9499938871}" dt="2024-01-14T15:03:11.292" v="2599" actId="20577"/>
        <pc:sldMkLst>
          <pc:docMk/>
          <pc:sldMk cId="531711144" sldId="267"/>
        </pc:sldMkLst>
        <pc:spChg chg="mod">
          <ac:chgData name="Rachel Sparks" userId="97c8494a-d7ca-4ad2-875e-2d5b5432d1e7" providerId="ADAL" clId="{94174996-C023-4432-805A-9C9499938871}" dt="2024-01-14T15:01:29.424" v="2448"/>
          <ac:spMkLst>
            <pc:docMk/>
            <pc:sldMk cId="531711144" sldId="267"/>
            <ac:spMk id="2" creationId="{B361ADB9-5069-6C74-1BE5-033DB86F6AF5}"/>
          </ac:spMkLst>
        </pc:spChg>
        <pc:spChg chg="mod">
          <ac:chgData name="Rachel Sparks" userId="97c8494a-d7ca-4ad2-875e-2d5b5432d1e7" providerId="ADAL" clId="{94174996-C023-4432-805A-9C9499938871}" dt="2024-01-14T15:01:57.743" v="2557" actId="20577"/>
          <ac:spMkLst>
            <pc:docMk/>
            <pc:sldMk cId="531711144" sldId="267"/>
            <ac:spMk id="3" creationId="{3B930C0B-1D3A-6BFE-DB12-A3776A051824}"/>
          </ac:spMkLst>
        </pc:spChg>
        <pc:picChg chg="add mod">
          <ac:chgData name="Rachel Sparks" userId="97c8494a-d7ca-4ad2-875e-2d5b5432d1e7" providerId="ADAL" clId="{94174996-C023-4432-805A-9C9499938871}" dt="2024-01-14T15:03:03.477" v="2562" actId="1076"/>
          <ac:picMkLst>
            <pc:docMk/>
            <pc:sldMk cId="531711144" sldId="267"/>
            <ac:picMk id="5" creationId="{EC48210A-0B88-9C3A-E6C8-5533787F525F}"/>
          </ac:picMkLst>
        </pc:picChg>
      </pc:sldChg>
    </pc:docChg>
  </pc:docChgLst>
  <pc:docChgLst>
    <pc:chgData name="Rachel Sparks" userId="S::k1780973@kcl.ac.uk::97c8494a-d7ca-4ad2-875e-2d5b5432d1e7" providerId="AD" clId="Web-{AA00E05A-1EFF-1400-9D44-25112B40465F}"/>
    <pc:docChg chg="addSld modSld">
      <pc:chgData name="Rachel Sparks" userId="S::k1780973@kcl.ac.uk::97c8494a-d7ca-4ad2-875e-2d5b5432d1e7" providerId="AD" clId="Web-{AA00E05A-1EFF-1400-9D44-25112B40465F}" dt="2024-01-14T15:57:36.732" v="716"/>
      <pc:docMkLst>
        <pc:docMk/>
      </pc:docMkLst>
      <pc:sldChg chg="modSp modAnim">
        <pc:chgData name="Rachel Sparks" userId="S::k1780973@kcl.ac.uk::97c8494a-d7ca-4ad2-875e-2d5b5432d1e7" providerId="AD" clId="Web-{AA00E05A-1EFF-1400-9D44-25112B40465F}" dt="2024-01-14T15:27:12.331" v="213" actId="14100"/>
        <pc:sldMkLst>
          <pc:docMk/>
          <pc:sldMk cId="3106701122" sldId="259"/>
        </pc:sldMkLst>
        <pc:spChg chg="mod">
          <ac:chgData name="Rachel Sparks" userId="S::k1780973@kcl.ac.uk::97c8494a-d7ca-4ad2-875e-2d5b5432d1e7" providerId="AD" clId="Web-{AA00E05A-1EFF-1400-9D44-25112B40465F}" dt="2024-01-14T15:27:12.331" v="213" actId="14100"/>
          <ac:spMkLst>
            <pc:docMk/>
            <pc:sldMk cId="3106701122" sldId="259"/>
            <ac:spMk id="5" creationId="{61451924-B704-304E-2E5D-7B9F82AA3A6F}"/>
          </ac:spMkLst>
        </pc:spChg>
      </pc:sldChg>
      <pc:sldChg chg="addSp delSp modSp addAnim delAnim modAnim">
        <pc:chgData name="Rachel Sparks" userId="S::k1780973@kcl.ac.uk::97c8494a-d7ca-4ad2-875e-2d5b5432d1e7" providerId="AD" clId="Web-{AA00E05A-1EFF-1400-9D44-25112B40465F}" dt="2024-01-14T15:50:35.313" v="635" actId="14100"/>
        <pc:sldMkLst>
          <pc:docMk/>
          <pc:sldMk cId="8040559" sldId="261"/>
        </pc:sldMkLst>
        <pc:spChg chg="mod">
          <ac:chgData name="Rachel Sparks" userId="S::k1780973@kcl.ac.uk::97c8494a-d7ca-4ad2-875e-2d5b5432d1e7" providerId="AD" clId="Web-{AA00E05A-1EFF-1400-9D44-25112B40465F}" dt="2024-01-14T15:50:35.313" v="635" actId="14100"/>
          <ac:spMkLst>
            <pc:docMk/>
            <pc:sldMk cId="8040559" sldId="261"/>
            <ac:spMk id="3" creationId="{26559744-9391-9E96-E113-3378928DD888}"/>
          </ac:spMkLst>
        </pc:spChg>
        <pc:picChg chg="add del mod">
          <ac:chgData name="Rachel Sparks" userId="S::k1780973@kcl.ac.uk::97c8494a-d7ca-4ad2-875e-2d5b5432d1e7" providerId="AD" clId="Web-{AA00E05A-1EFF-1400-9D44-25112B40465F}" dt="2024-01-14T15:49:15.982" v="583"/>
          <ac:picMkLst>
            <pc:docMk/>
            <pc:sldMk cId="8040559" sldId="261"/>
            <ac:picMk id="4" creationId="{49A04525-9444-A62A-E2BB-F6C63ECC4B4D}"/>
          </ac:picMkLst>
        </pc:picChg>
        <pc:picChg chg="add del mod">
          <ac:chgData name="Rachel Sparks" userId="S::k1780973@kcl.ac.uk::97c8494a-d7ca-4ad2-875e-2d5b5432d1e7" providerId="AD" clId="Web-{AA00E05A-1EFF-1400-9D44-25112B40465F}" dt="2024-01-14T15:50:26.391" v="633"/>
          <ac:picMkLst>
            <pc:docMk/>
            <pc:sldMk cId="8040559" sldId="261"/>
            <ac:picMk id="5" creationId="{AEDAD603-CA4B-54AD-993F-C08B89BA5C03}"/>
          </ac:picMkLst>
        </pc:picChg>
      </pc:sldChg>
      <pc:sldChg chg="modSp addAnim modAnim">
        <pc:chgData name="Rachel Sparks" userId="S::k1780973@kcl.ac.uk::97c8494a-d7ca-4ad2-875e-2d5b5432d1e7" providerId="AD" clId="Web-{AA00E05A-1EFF-1400-9D44-25112B40465F}" dt="2024-01-14T15:57:36.732" v="716"/>
        <pc:sldMkLst>
          <pc:docMk/>
          <pc:sldMk cId="3178317841" sldId="262"/>
        </pc:sldMkLst>
        <pc:spChg chg="mod">
          <ac:chgData name="Rachel Sparks" userId="S::k1780973@kcl.ac.uk::97c8494a-d7ca-4ad2-875e-2d5b5432d1e7" providerId="AD" clId="Web-{AA00E05A-1EFF-1400-9D44-25112B40465F}" dt="2024-01-14T15:40:47.435" v="499" actId="20577"/>
          <ac:spMkLst>
            <pc:docMk/>
            <pc:sldMk cId="3178317841" sldId="262"/>
            <ac:spMk id="3" creationId="{67BB1618-B008-9820-0CFD-287B75190614}"/>
          </ac:spMkLst>
        </pc:spChg>
      </pc:sldChg>
      <pc:sldChg chg="modSp addAnim delAnim">
        <pc:chgData name="Rachel Sparks" userId="S::k1780973@kcl.ac.uk::97c8494a-d7ca-4ad2-875e-2d5b5432d1e7" providerId="AD" clId="Web-{AA00E05A-1EFF-1400-9D44-25112B40465F}" dt="2024-01-14T15:25:36.391" v="195"/>
        <pc:sldMkLst>
          <pc:docMk/>
          <pc:sldMk cId="3878864602" sldId="263"/>
        </pc:sldMkLst>
        <pc:spChg chg="mod">
          <ac:chgData name="Rachel Sparks" userId="S::k1780973@kcl.ac.uk::97c8494a-d7ca-4ad2-875e-2d5b5432d1e7" providerId="AD" clId="Web-{AA00E05A-1EFF-1400-9D44-25112B40465F}" dt="2024-01-14T15:25:32.609" v="193" actId="20577"/>
          <ac:spMkLst>
            <pc:docMk/>
            <pc:sldMk cId="3878864602" sldId="263"/>
            <ac:spMk id="3" creationId="{7B3D631F-1F9F-E887-8424-030E80DA8DE4}"/>
          </ac:spMkLst>
        </pc:spChg>
      </pc:sldChg>
      <pc:sldChg chg="delSp modSp addAnim modAnim">
        <pc:chgData name="Rachel Sparks" userId="S::k1780973@kcl.ac.uk::97c8494a-d7ca-4ad2-875e-2d5b5432d1e7" providerId="AD" clId="Web-{AA00E05A-1EFF-1400-9D44-25112B40465F}" dt="2024-01-14T15:26:32.095" v="203"/>
        <pc:sldMkLst>
          <pc:docMk/>
          <pc:sldMk cId="2254208027" sldId="265"/>
        </pc:sldMkLst>
        <pc:spChg chg="mod">
          <ac:chgData name="Rachel Sparks" userId="S::k1780973@kcl.ac.uk::97c8494a-d7ca-4ad2-875e-2d5b5432d1e7" providerId="AD" clId="Web-{AA00E05A-1EFF-1400-9D44-25112B40465F}" dt="2024-01-14T15:26:19.642" v="200" actId="20577"/>
          <ac:spMkLst>
            <pc:docMk/>
            <pc:sldMk cId="2254208027" sldId="265"/>
            <ac:spMk id="3" creationId="{62866768-92E3-755B-55B9-FF1E032FB10F}"/>
          </ac:spMkLst>
        </pc:spChg>
        <pc:picChg chg="del">
          <ac:chgData name="Rachel Sparks" userId="S::k1780973@kcl.ac.uk::97c8494a-d7ca-4ad2-875e-2d5b5432d1e7" providerId="AD" clId="Web-{AA00E05A-1EFF-1400-9D44-25112B40465F}" dt="2024-01-14T15:25:48.594" v="196"/>
          <ac:picMkLst>
            <pc:docMk/>
            <pc:sldMk cId="2254208027" sldId="265"/>
            <ac:picMk id="13" creationId="{0EC170D7-FB2A-648F-C569-1F4804CE3AE9}"/>
          </ac:picMkLst>
        </pc:picChg>
      </pc:sldChg>
      <pc:sldChg chg="addSp delSp modSp addAnim delAnim modAnim">
        <pc:chgData name="Rachel Sparks" userId="S::k1780973@kcl.ac.uk::97c8494a-d7ca-4ad2-875e-2d5b5432d1e7" providerId="AD" clId="Web-{AA00E05A-1EFF-1400-9D44-25112B40465F}" dt="2024-01-14T15:18:56.191" v="79" actId="1076"/>
        <pc:sldMkLst>
          <pc:docMk/>
          <pc:sldMk cId="531711144" sldId="267"/>
        </pc:sldMkLst>
        <pc:spChg chg="mod">
          <ac:chgData name="Rachel Sparks" userId="S::k1780973@kcl.ac.uk::97c8494a-d7ca-4ad2-875e-2d5b5432d1e7" providerId="AD" clId="Web-{AA00E05A-1EFF-1400-9D44-25112B40465F}" dt="2024-01-14T15:16:48.515" v="61" actId="20577"/>
          <ac:spMkLst>
            <pc:docMk/>
            <pc:sldMk cId="531711144" sldId="267"/>
            <ac:spMk id="3" creationId="{3B930C0B-1D3A-6BFE-DB12-A3776A051824}"/>
          </ac:spMkLst>
        </pc:spChg>
        <pc:picChg chg="add del mod">
          <ac:chgData name="Rachel Sparks" userId="S::k1780973@kcl.ac.uk::97c8494a-d7ca-4ad2-875e-2d5b5432d1e7" providerId="AD" clId="Web-{AA00E05A-1EFF-1400-9D44-25112B40465F}" dt="2024-01-14T15:18:47.018" v="76"/>
          <ac:picMkLst>
            <pc:docMk/>
            <pc:sldMk cId="531711144" sldId="267"/>
            <ac:picMk id="4" creationId="{9926E2F0-7821-ECF7-57C3-234E6E8D94C5}"/>
          </ac:picMkLst>
        </pc:picChg>
        <pc:picChg chg="del mod">
          <ac:chgData name="Rachel Sparks" userId="S::k1780973@kcl.ac.uk::97c8494a-d7ca-4ad2-875e-2d5b5432d1e7" providerId="AD" clId="Web-{AA00E05A-1EFF-1400-9D44-25112B40465F}" dt="2024-01-14T15:17:27.657" v="70"/>
          <ac:picMkLst>
            <pc:docMk/>
            <pc:sldMk cId="531711144" sldId="267"/>
            <ac:picMk id="5" creationId="{EC48210A-0B88-9C3A-E6C8-5533787F525F}"/>
          </ac:picMkLst>
        </pc:picChg>
        <pc:picChg chg="add mod">
          <ac:chgData name="Rachel Sparks" userId="S::k1780973@kcl.ac.uk::97c8494a-d7ca-4ad2-875e-2d5b5432d1e7" providerId="AD" clId="Web-{AA00E05A-1EFF-1400-9D44-25112B40465F}" dt="2024-01-14T15:18:56.191" v="79" actId="1076"/>
          <ac:picMkLst>
            <pc:docMk/>
            <pc:sldMk cId="531711144" sldId="267"/>
            <ac:picMk id="6" creationId="{F8359573-3E26-1A1B-D7EA-9FA26E190481}"/>
          </ac:picMkLst>
        </pc:picChg>
      </pc:sldChg>
      <pc:sldChg chg="addSp delSp modSp add replId addAnim">
        <pc:chgData name="Rachel Sparks" userId="S::k1780973@kcl.ac.uk::97c8494a-d7ca-4ad2-875e-2d5b5432d1e7" providerId="AD" clId="Web-{AA00E05A-1EFF-1400-9D44-25112B40465F}" dt="2024-01-14T15:24:00.263" v="159"/>
        <pc:sldMkLst>
          <pc:docMk/>
          <pc:sldMk cId="3346292900" sldId="268"/>
        </pc:sldMkLst>
        <pc:spChg chg="mod">
          <ac:chgData name="Rachel Sparks" userId="S::k1780973@kcl.ac.uk::97c8494a-d7ca-4ad2-875e-2d5b5432d1e7" providerId="AD" clId="Web-{AA00E05A-1EFF-1400-9D44-25112B40465F}" dt="2024-01-14T15:20:41.428" v="129" actId="20577"/>
          <ac:spMkLst>
            <pc:docMk/>
            <pc:sldMk cId="3346292900" sldId="268"/>
            <ac:spMk id="3" creationId="{3F75E8CC-3DA6-69CD-70BC-62AC53547CD9}"/>
          </ac:spMkLst>
        </pc:spChg>
        <pc:spChg chg="add mod">
          <ac:chgData name="Rachel Sparks" userId="S::k1780973@kcl.ac.uk::97c8494a-d7ca-4ad2-875e-2d5b5432d1e7" providerId="AD" clId="Web-{AA00E05A-1EFF-1400-9D44-25112B40465F}" dt="2024-01-14T15:23:04.995" v="147"/>
          <ac:spMkLst>
            <pc:docMk/>
            <pc:sldMk cId="3346292900" sldId="268"/>
            <ac:spMk id="8" creationId="{65BEEFD6-A783-4DD0-C1B1-9AE39C4F7C69}"/>
          </ac:spMkLst>
        </pc:spChg>
        <pc:spChg chg="add mod">
          <ac:chgData name="Rachel Sparks" userId="S::k1780973@kcl.ac.uk::97c8494a-d7ca-4ad2-875e-2d5b5432d1e7" providerId="AD" clId="Web-{AA00E05A-1EFF-1400-9D44-25112B40465F}" dt="2024-01-14T15:23:47.700" v="156" actId="14100"/>
          <ac:spMkLst>
            <pc:docMk/>
            <pc:sldMk cId="3346292900" sldId="268"/>
            <ac:spMk id="9" creationId="{B53CC918-B970-5F8A-0890-2914F73FA77D}"/>
          </ac:spMkLst>
        </pc:spChg>
        <pc:picChg chg="add mod">
          <ac:chgData name="Rachel Sparks" userId="S::k1780973@kcl.ac.uk::97c8494a-d7ca-4ad2-875e-2d5b5432d1e7" providerId="AD" clId="Web-{AA00E05A-1EFF-1400-9D44-25112B40465F}" dt="2024-01-14T15:22:23.150" v="141" actId="14100"/>
          <ac:picMkLst>
            <pc:docMk/>
            <pc:sldMk cId="3346292900" sldId="268"/>
            <ac:picMk id="4" creationId="{924797E4-942B-D349-57D7-7BADF6285F8C}"/>
          </ac:picMkLst>
        </pc:picChg>
        <pc:picChg chg="add del mod">
          <ac:chgData name="Rachel Sparks" userId="S::k1780973@kcl.ac.uk::97c8494a-d7ca-4ad2-875e-2d5b5432d1e7" providerId="AD" clId="Web-{AA00E05A-1EFF-1400-9D44-25112B40465F}" dt="2024-01-14T15:22:08.900" v="137"/>
          <ac:picMkLst>
            <pc:docMk/>
            <pc:sldMk cId="3346292900" sldId="268"/>
            <ac:picMk id="5" creationId="{21DA9AC1-602D-84A7-151D-1A6F21ED31ED}"/>
          </ac:picMkLst>
        </pc:picChg>
        <pc:picChg chg="del mod">
          <ac:chgData name="Rachel Sparks" userId="S::k1780973@kcl.ac.uk::97c8494a-d7ca-4ad2-875e-2d5b5432d1e7" providerId="AD" clId="Web-{AA00E05A-1EFF-1400-9D44-25112B40465F}" dt="2024-01-14T15:20:54.460" v="131"/>
          <ac:picMkLst>
            <pc:docMk/>
            <pc:sldMk cId="3346292900" sldId="268"/>
            <ac:picMk id="6" creationId="{88482B67-4878-619E-6D00-DCC5FD7C1CB5}"/>
          </ac:picMkLst>
        </pc:picChg>
        <pc:picChg chg="add mod">
          <ac:chgData name="Rachel Sparks" userId="S::k1780973@kcl.ac.uk::97c8494a-d7ca-4ad2-875e-2d5b5432d1e7" providerId="AD" clId="Web-{AA00E05A-1EFF-1400-9D44-25112B40465F}" dt="2024-01-14T15:22:31.260" v="143" actId="1076"/>
          <ac:picMkLst>
            <pc:docMk/>
            <pc:sldMk cId="3346292900" sldId="268"/>
            <ac:picMk id="7" creationId="{07B17A85-7834-7D15-B122-EC55878B2C07}"/>
          </ac:picMkLst>
        </pc:picChg>
      </pc:sldChg>
      <pc:sldChg chg="addSp modSp add replId addAnim modAnim">
        <pc:chgData name="Rachel Sparks" userId="S::k1780973@kcl.ac.uk::97c8494a-d7ca-4ad2-875e-2d5b5432d1e7" providerId="AD" clId="Web-{AA00E05A-1EFF-1400-9D44-25112B40465F}" dt="2024-01-14T15:57:00.137" v="712" actId="1076"/>
        <pc:sldMkLst>
          <pc:docMk/>
          <pc:sldMk cId="571704901" sldId="269"/>
        </pc:sldMkLst>
        <pc:spChg chg="mod">
          <ac:chgData name="Rachel Sparks" userId="S::k1780973@kcl.ac.uk::97c8494a-d7ca-4ad2-875e-2d5b5432d1e7" providerId="AD" clId="Web-{AA00E05A-1EFF-1400-9D44-25112B40465F}" dt="2024-01-14T15:56:55.731" v="711" actId="20577"/>
          <ac:spMkLst>
            <pc:docMk/>
            <pc:sldMk cId="571704901" sldId="269"/>
            <ac:spMk id="3" creationId="{7FB6F7D2-27E0-AF37-45FD-14BB3BC6DF55}"/>
          </ac:spMkLst>
        </pc:spChg>
        <pc:picChg chg="add mod">
          <ac:chgData name="Rachel Sparks" userId="S::k1780973@kcl.ac.uk::97c8494a-d7ca-4ad2-875e-2d5b5432d1e7" providerId="AD" clId="Web-{AA00E05A-1EFF-1400-9D44-25112B40465F}" dt="2024-01-14T15:57:00.137" v="712" actId="1076"/>
          <ac:picMkLst>
            <pc:docMk/>
            <pc:sldMk cId="571704901" sldId="269"/>
            <ac:picMk id="4" creationId="{F11FFD12-4D16-2948-2BE1-705CE636AA1F}"/>
          </ac:picMkLst>
        </pc:picChg>
        <pc:picChg chg="mod">
          <ac:chgData name="Rachel Sparks" userId="S::k1780973@kcl.ac.uk::97c8494a-d7ca-4ad2-875e-2d5b5432d1e7" providerId="AD" clId="Web-{AA00E05A-1EFF-1400-9D44-25112B40465F}" dt="2024-01-14T15:56:46.793" v="707" actId="14100"/>
          <ac:picMkLst>
            <pc:docMk/>
            <pc:sldMk cId="571704901" sldId="269"/>
            <ac:picMk id="5" creationId="{6D528580-AAF7-6B3E-CD1E-3ED04E19CD7C}"/>
          </ac:picMkLst>
        </pc:picChg>
      </pc:sldChg>
    </pc:docChg>
  </pc:docChgLst>
  <pc:docChgLst>
    <pc:chgData name="Rachel Sparks" userId="S::k1780973@kcl.ac.uk::97c8494a-d7ca-4ad2-875e-2d5b5432d1e7" providerId="AD" clId="Web-{6C2C922D-11E4-4805-B88D-1AF7919DF422}"/>
    <pc:docChg chg="addSld delSld modSld">
      <pc:chgData name="Rachel Sparks" userId="S::k1780973@kcl.ac.uk::97c8494a-d7ca-4ad2-875e-2d5b5432d1e7" providerId="AD" clId="Web-{6C2C922D-11E4-4805-B88D-1AF7919DF422}" dt="2024-01-14T10:02:05.263" v="364"/>
      <pc:docMkLst>
        <pc:docMk/>
      </pc:docMkLst>
      <pc:sldChg chg="del">
        <pc:chgData name="Rachel Sparks" userId="S::k1780973@kcl.ac.uk::97c8494a-d7ca-4ad2-875e-2d5b5432d1e7" providerId="AD" clId="Web-{6C2C922D-11E4-4805-B88D-1AF7919DF422}" dt="2024-01-14T09:54:02.888" v="1"/>
        <pc:sldMkLst>
          <pc:docMk/>
          <pc:sldMk cId="109857222" sldId="256"/>
        </pc:sldMkLst>
      </pc:sldChg>
      <pc:sldChg chg="modSp add">
        <pc:chgData name="Rachel Sparks" userId="S::k1780973@kcl.ac.uk::97c8494a-d7ca-4ad2-875e-2d5b5432d1e7" providerId="AD" clId="Web-{6C2C922D-11E4-4805-B88D-1AF7919DF422}" dt="2024-01-14T09:54:42.656" v="14" actId="20577"/>
        <pc:sldMkLst>
          <pc:docMk/>
          <pc:sldMk cId="902491239" sldId="257"/>
        </pc:sldMkLst>
        <pc:spChg chg="mod">
          <ac:chgData name="Rachel Sparks" userId="S::k1780973@kcl.ac.uk::97c8494a-d7ca-4ad2-875e-2d5b5432d1e7" providerId="AD" clId="Web-{6C2C922D-11E4-4805-B88D-1AF7919DF422}" dt="2024-01-14T09:54:42.656" v="14" actId="20577"/>
          <ac:spMkLst>
            <pc:docMk/>
            <pc:sldMk cId="902491239" sldId="257"/>
            <ac:spMk id="19" creationId="{92984BE8-D9D7-4702-AC20-1B3D92B8229D}"/>
          </ac:spMkLst>
        </pc:spChg>
      </pc:sldChg>
      <pc:sldChg chg="modSp new">
        <pc:chgData name="Rachel Sparks" userId="S::k1780973@kcl.ac.uk::97c8494a-d7ca-4ad2-875e-2d5b5432d1e7" providerId="AD" clId="Web-{6C2C922D-11E4-4805-B88D-1AF7919DF422}" dt="2024-01-14T09:55:46.581" v="54" actId="20577"/>
        <pc:sldMkLst>
          <pc:docMk/>
          <pc:sldMk cId="2781651712" sldId="258"/>
        </pc:sldMkLst>
        <pc:spChg chg="mod">
          <ac:chgData name="Rachel Sparks" userId="S::k1780973@kcl.ac.uk::97c8494a-d7ca-4ad2-875e-2d5b5432d1e7" providerId="AD" clId="Web-{6C2C922D-11E4-4805-B88D-1AF7919DF422}" dt="2024-01-14T09:55:06.954" v="23" actId="20577"/>
          <ac:spMkLst>
            <pc:docMk/>
            <pc:sldMk cId="2781651712" sldId="258"/>
            <ac:spMk id="2" creationId="{8E429B8D-E67A-50EA-5F06-3C6AA86DAAEE}"/>
          </ac:spMkLst>
        </pc:spChg>
        <pc:spChg chg="mod">
          <ac:chgData name="Rachel Sparks" userId="S::k1780973@kcl.ac.uk::97c8494a-d7ca-4ad2-875e-2d5b5432d1e7" providerId="AD" clId="Web-{6C2C922D-11E4-4805-B88D-1AF7919DF422}" dt="2024-01-14T09:55:46.581" v="54" actId="20577"/>
          <ac:spMkLst>
            <pc:docMk/>
            <pc:sldMk cId="2781651712" sldId="258"/>
            <ac:spMk id="3" creationId="{62866768-92E3-755B-55B9-FF1E032FB10F}"/>
          </ac:spMkLst>
        </pc:spChg>
      </pc:sldChg>
      <pc:sldChg chg="modSp new">
        <pc:chgData name="Rachel Sparks" userId="S::k1780973@kcl.ac.uk::97c8494a-d7ca-4ad2-875e-2d5b5432d1e7" providerId="AD" clId="Web-{6C2C922D-11E4-4805-B88D-1AF7919DF422}" dt="2024-01-14T10:01:39.949" v="363" actId="20577"/>
        <pc:sldMkLst>
          <pc:docMk/>
          <pc:sldMk cId="3106701122" sldId="259"/>
        </pc:sldMkLst>
        <pc:spChg chg="mod">
          <ac:chgData name="Rachel Sparks" userId="S::k1780973@kcl.ac.uk::97c8494a-d7ca-4ad2-875e-2d5b5432d1e7" providerId="AD" clId="Web-{6C2C922D-11E4-4805-B88D-1AF7919DF422}" dt="2024-01-14T09:55:59.879" v="67" actId="20577"/>
          <ac:spMkLst>
            <pc:docMk/>
            <pc:sldMk cId="3106701122" sldId="259"/>
            <ac:spMk id="2" creationId="{89D07BF8-2CFD-83B9-BCBF-4A4D0146C086}"/>
          </ac:spMkLst>
        </pc:spChg>
        <pc:spChg chg="mod">
          <ac:chgData name="Rachel Sparks" userId="S::k1780973@kcl.ac.uk::97c8494a-d7ca-4ad2-875e-2d5b5432d1e7" providerId="AD" clId="Web-{6C2C922D-11E4-4805-B88D-1AF7919DF422}" dt="2024-01-14T10:01:39.949" v="363" actId="20577"/>
          <ac:spMkLst>
            <pc:docMk/>
            <pc:sldMk cId="3106701122" sldId="259"/>
            <ac:spMk id="3" creationId="{282CF5D9-6DFD-62C1-89C3-259263BFBDC3}"/>
          </ac:spMkLst>
        </pc:spChg>
      </pc:sldChg>
      <pc:sldChg chg="modSp new">
        <pc:chgData name="Rachel Sparks" userId="S::k1780973@kcl.ac.uk::97c8494a-d7ca-4ad2-875e-2d5b5432d1e7" providerId="AD" clId="Web-{6C2C922D-11E4-4805-B88D-1AF7919DF422}" dt="2024-01-14T09:56:09.660" v="74" actId="20577"/>
        <pc:sldMkLst>
          <pc:docMk/>
          <pc:sldMk cId="850093080" sldId="260"/>
        </pc:sldMkLst>
        <pc:spChg chg="mod">
          <ac:chgData name="Rachel Sparks" userId="S::k1780973@kcl.ac.uk::97c8494a-d7ca-4ad2-875e-2d5b5432d1e7" providerId="AD" clId="Web-{6C2C922D-11E4-4805-B88D-1AF7919DF422}" dt="2024-01-14T09:56:09.660" v="74" actId="20577"/>
          <ac:spMkLst>
            <pc:docMk/>
            <pc:sldMk cId="850093080" sldId="260"/>
            <ac:spMk id="2" creationId="{C510632C-971A-AA1B-5AE8-FC69DA4F6A98}"/>
          </ac:spMkLst>
        </pc:spChg>
      </pc:sldChg>
      <pc:sldChg chg="modSp new">
        <pc:chgData name="Rachel Sparks" userId="S::k1780973@kcl.ac.uk::97c8494a-d7ca-4ad2-875e-2d5b5432d1e7" providerId="AD" clId="Web-{6C2C922D-11E4-4805-B88D-1AF7919DF422}" dt="2024-01-14T09:56:37.115" v="90" actId="20577"/>
        <pc:sldMkLst>
          <pc:docMk/>
          <pc:sldMk cId="8040559" sldId="261"/>
        </pc:sldMkLst>
        <pc:spChg chg="mod">
          <ac:chgData name="Rachel Sparks" userId="S::k1780973@kcl.ac.uk::97c8494a-d7ca-4ad2-875e-2d5b5432d1e7" providerId="AD" clId="Web-{6C2C922D-11E4-4805-B88D-1AF7919DF422}" dt="2024-01-14T09:56:25.614" v="82" actId="20577"/>
          <ac:spMkLst>
            <pc:docMk/>
            <pc:sldMk cId="8040559" sldId="261"/>
            <ac:spMk id="2" creationId="{251F3996-BE33-E416-9210-223CDA18A19E}"/>
          </ac:spMkLst>
        </pc:spChg>
        <pc:spChg chg="mod">
          <ac:chgData name="Rachel Sparks" userId="S::k1780973@kcl.ac.uk::97c8494a-d7ca-4ad2-875e-2d5b5432d1e7" providerId="AD" clId="Web-{6C2C922D-11E4-4805-B88D-1AF7919DF422}" dt="2024-01-14T09:56:37.115" v="90" actId="20577"/>
          <ac:spMkLst>
            <pc:docMk/>
            <pc:sldMk cId="8040559" sldId="261"/>
            <ac:spMk id="3" creationId="{26559744-9391-9E96-E113-3378928DD888}"/>
          </ac:spMkLst>
        </pc:spChg>
      </pc:sldChg>
      <pc:sldChg chg="modSp new">
        <pc:chgData name="Rachel Sparks" userId="S::k1780973@kcl.ac.uk::97c8494a-d7ca-4ad2-875e-2d5b5432d1e7" providerId="AD" clId="Web-{6C2C922D-11E4-4805-B88D-1AF7919DF422}" dt="2024-01-14T09:56:54.538" v="99" actId="20577"/>
        <pc:sldMkLst>
          <pc:docMk/>
          <pc:sldMk cId="3178317841" sldId="262"/>
        </pc:sldMkLst>
        <pc:spChg chg="mod">
          <ac:chgData name="Rachel Sparks" userId="S::k1780973@kcl.ac.uk::97c8494a-d7ca-4ad2-875e-2d5b5432d1e7" providerId="AD" clId="Web-{6C2C922D-11E4-4805-B88D-1AF7919DF422}" dt="2024-01-14T09:56:54.538" v="99" actId="20577"/>
          <ac:spMkLst>
            <pc:docMk/>
            <pc:sldMk cId="3178317841" sldId="262"/>
            <ac:spMk id="2" creationId="{0F3018F7-A962-4619-5FDC-831DEFA5E0C7}"/>
          </ac:spMkLst>
        </pc:spChg>
      </pc:sldChg>
      <pc:sldChg chg="modSp new">
        <pc:chgData name="Rachel Sparks" userId="S::k1780973@kcl.ac.uk::97c8494a-d7ca-4ad2-875e-2d5b5432d1e7" providerId="AD" clId="Web-{6C2C922D-11E4-4805-B88D-1AF7919DF422}" dt="2024-01-14T10:01:25.167" v="355" actId="20577"/>
        <pc:sldMkLst>
          <pc:docMk/>
          <pc:sldMk cId="3878864602" sldId="263"/>
        </pc:sldMkLst>
        <pc:spChg chg="mod">
          <ac:chgData name="Rachel Sparks" userId="S::k1780973@kcl.ac.uk::97c8494a-d7ca-4ad2-875e-2d5b5432d1e7" providerId="AD" clId="Web-{6C2C922D-11E4-4805-B88D-1AF7919DF422}" dt="2024-01-14T09:57:56.062" v="107" actId="20577"/>
          <ac:spMkLst>
            <pc:docMk/>
            <pc:sldMk cId="3878864602" sldId="263"/>
            <ac:spMk id="2" creationId="{75E4B1EC-8160-870B-177A-8288EE085CA2}"/>
          </ac:spMkLst>
        </pc:spChg>
        <pc:spChg chg="mod">
          <ac:chgData name="Rachel Sparks" userId="S::k1780973@kcl.ac.uk::97c8494a-d7ca-4ad2-875e-2d5b5432d1e7" providerId="AD" clId="Web-{6C2C922D-11E4-4805-B88D-1AF7919DF422}" dt="2024-01-14T10:01:25.167" v="355" actId="20577"/>
          <ac:spMkLst>
            <pc:docMk/>
            <pc:sldMk cId="3878864602" sldId="263"/>
            <ac:spMk id="3" creationId="{7B3D631F-1F9F-E887-8424-030E80DA8DE4}"/>
          </ac:spMkLst>
        </pc:spChg>
      </pc:sldChg>
      <pc:sldChg chg="add">
        <pc:chgData name="Rachel Sparks" userId="S::k1780973@kcl.ac.uk::97c8494a-d7ca-4ad2-875e-2d5b5432d1e7" providerId="AD" clId="Web-{6C2C922D-11E4-4805-B88D-1AF7919DF422}" dt="2024-01-14T10:02:05.263" v="364"/>
        <pc:sldMkLst>
          <pc:docMk/>
          <pc:sldMk cId="1136953315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18F08-513B-41E5-9427-6ABE0A0E0A87}" type="datetimeFigureOut">
              <a:t>1/14/2024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5D6C5-1D86-46E4-BE80-3DCF60A63D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72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Specifically for 3D Slicer see the following for a description of the coordinate system: https://www.slicer.org/wiki/Coordinate_systems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5BA10-12A5-4F6D-85BC-FDB32BF091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67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low-level imaging platform which means you as the developer have to manually specific how items will appear and manually figure out the plane/orientation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D6C5-1D86-46E4-BE80-3DCF60A63D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51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is our </a:t>
            </a:r>
            <a:r>
              <a:rPr lang="en-US" dirty="0" err="1"/>
              <a:t>vtk</a:t>
            </a:r>
            <a:r>
              <a:rPr lang="en-US" dirty="0"/>
              <a:t> objects</a:t>
            </a:r>
          </a:p>
          <a:p>
            <a:endParaRPr lang="en-US" dirty="0"/>
          </a:p>
          <a:p>
            <a:r>
              <a:rPr lang="en-US" dirty="0"/>
              <a:t>The 3D world is a </a:t>
            </a:r>
            <a:r>
              <a:rPr lang="en-US" dirty="0" err="1"/>
              <a:t>mrmlScene</a:t>
            </a:r>
            <a:r>
              <a:rPr lang="en-US" dirty="0"/>
              <a:t> that is a collection of nodes</a:t>
            </a:r>
          </a:p>
          <a:p>
            <a:endParaRPr lang="en-US" dirty="0"/>
          </a:p>
          <a:p>
            <a:r>
              <a:rPr lang="en-US" dirty="0"/>
              <a:t>And our 2D screen is a set of planes – in this example Red, Yellow, and Green corresponding to each of the 2D imaging planes we can select</a:t>
            </a:r>
          </a:p>
          <a:p>
            <a:r>
              <a:rPr lang="en-US" dirty="0"/>
              <a:t>Overall getting the system to work is a bit more complicated but once done you don’t need to redo for every new dataset!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D6C5-1D86-46E4-BE80-3DCF60A63D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679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of the brain being shifted 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D6C5-1D86-46E4-BE80-3DCF60A63D9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68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6B987-BCDE-58F7-3778-887CA1DD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2F27E-0A43-7258-4264-8206B38F3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8AA2A2-FA09-699C-CD68-C6DB98A63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of the brain being shifted 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B7FE5-6B9C-308D-CA96-01CBF9FB1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D6C5-1D86-46E4-BE80-3DCF60A63D9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69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%20LOGO%20WOB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Day1_Data/WORK%20ARCHIVE/%20K/KING'S/11143%20KCL%20POWERPOINT%20UPDATE/BUILD/IMAGES/_DSC8361-rs.jpg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file://localhost/Users/mac1/Desktop/KCL_box_red_485_rgb.png" TargetMode="Externa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_box_red_485_rgb.png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K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CL-LOGO-INTERNATIONAL.png"/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959" y="1397958"/>
            <a:ext cx="7814084" cy="406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903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_DSC1517.jpg"/>
          <p:cNvPicPr>
            <a:picLocks noChangeAspect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5" r="4990" b="23836"/>
          <a:stretch>
            <a:fillRect/>
          </a:stretch>
        </p:blipFill>
        <p:spPr>
          <a:xfrm>
            <a:off x="0" y="4"/>
            <a:ext cx="12192000" cy="555497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12192000" cy="339725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180001"/>
            <a:ext cx="11232000" cy="1080000"/>
          </a:xfrm>
        </p:spPr>
        <p:txBody>
          <a:bodyPr anchor="b" anchorCtr="0"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1440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480484" y="5733722"/>
            <a:ext cx="8995856" cy="9442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0" name="KCL-LOGO-UK-1.png"/>
          <p:cNvPicPr>
            <a:picLocks noChangeAspect="1"/>
          </p:cNvPicPr>
          <p:nvPr/>
        </p:nvPicPr>
        <p:blipFill>
          <a:blip r:embed="rId4" r:link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000" y="5555734"/>
            <a:ext cx="228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1605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10800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85302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lim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09071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57808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e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05704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latin typeface="Georgia"/>
                <a:cs typeface="Georgia"/>
              </a:defRPr>
            </a:lvl2pPr>
            <a:lvl3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39208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1pPr>
            <a:lvl2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2pPr>
            <a:lvl3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107950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1341438" indent="-261938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83652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54610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bullet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94963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1 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3"/>
            <a:ext cx="11232000" cy="46805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93939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6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3" y="1088720"/>
            <a:ext cx="3600028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3" y="3519000"/>
            <a:ext cx="3600028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8111971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8111971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Picture Placeholder 2"/>
          <p:cNvSpPr>
            <a:spLocks noGrp="1"/>
          </p:cNvSpPr>
          <p:nvPr>
            <p:ph type="pic" idx="16"/>
          </p:nvPr>
        </p:nvSpPr>
        <p:spPr>
          <a:xfrm>
            <a:off x="4295985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idx="17"/>
          </p:nvPr>
        </p:nvSpPr>
        <p:spPr>
          <a:xfrm>
            <a:off x="4295985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02223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4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0"/>
            <a:ext cx="5496000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0" y="3519000"/>
            <a:ext cx="5496000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6216001" y="1088720"/>
            <a:ext cx="5499043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6216001" y="3519000"/>
            <a:ext cx="5499043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1489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399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62520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00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64013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8" y="1089025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79251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0" y="1088356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576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00" y="3420000"/>
            <a:ext cx="11232000" cy="2520000"/>
          </a:xfrm>
        </p:spPr>
        <p:txBody>
          <a:bodyPr anchor="b" anchorCtr="0">
            <a:normAutofit/>
          </a:bodyPr>
          <a:lstStyle>
            <a:lvl1pPr>
              <a:defRPr sz="1600" b="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00" y="6120019"/>
            <a:ext cx="11232000" cy="358407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12" name="Group 11"/>
          <p:cNvGrpSpPr>
            <a:grpSpLocks noChangeAspect="1"/>
          </p:cNvGrpSpPr>
          <p:nvPr/>
        </p:nvGrpSpPr>
        <p:grpSpPr>
          <a:xfrm>
            <a:off x="9912000" y="3"/>
            <a:ext cx="2280000" cy="1303021"/>
            <a:chOff x="7949775" y="1"/>
            <a:chExt cx="1194225" cy="910000"/>
          </a:xfrm>
        </p:grpSpPr>
        <p:sp>
          <p:nvSpPr>
            <p:cNvPr id="13" name="Rectangle 12"/>
            <p:cNvSpPr/>
            <p:nvPr userDrawn="1"/>
          </p:nvSpPr>
          <p:spPr>
            <a:xfrm>
              <a:off x="7949775" y="1"/>
              <a:ext cx="1194225" cy="9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14" name="KCL-LOGO-UK-1.png"/>
            <p:cNvPicPr>
              <a:picLocks noChangeAspect="1"/>
            </p:cNvPicPr>
            <p:nvPr userDrawn="1"/>
          </p:nvPicPr>
          <p:blipFill>
            <a:blip r:embed="rId2" r:link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9775" y="258"/>
              <a:ext cx="1194225" cy="90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518900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56793"/>
            <a:ext cx="5384800" cy="42694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0"/>
            </a:lvl2pPr>
            <a:lvl3pPr>
              <a:defRPr sz="1870"/>
            </a:lvl3pPr>
            <a:lvl4pPr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76534-D227-482D-AC62-73FA3EB8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9FEEBE0-EE3E-44CA-9D29-BE798CB7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46E212-76A5-422F-A842-EDE34BF2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6760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35749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rategy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25289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91C3AB7-B446-4F72-ABF4-5CD8EB43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30E2C6-999F-4EDE-95E6-51D64211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2A6D1-940A-4FE1-91A1-99304940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82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00" y="1089220"/>
            <a:ext cx="11232000" cy="4856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00" y="6498000"/>
            <a:ext cx="960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846CE7D5-CF57-46EF-B807-FDD0502418D4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0000" y="6498000"/>
            <a:ext cx="9312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2000" y="6498000"/>
            <a:ext cx="960000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lvl1pPr algn="r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52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</p:sldLayoutIdLst>
  <p:transition>
    <p:fade/>
  </p:transition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A2D50"/>
          </a:solidFill>
          <a:latin typeface="Impact"/>
          <a:ea typeface="+mj-ea"/>
          <a:cs typeface="Impact"/>
        </a:defRPr>
      </a:lvl1pPr>
    </p:titleStyle>
    <p:bodyStyle>
      <a:lvl1pPr marL="26987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1pPr>
      <a:lvl2pPr marL="53975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2pPr>
      <a:lvl3pPr marL="80962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3pPr>
      <a:lvl4pPr marL="107950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4pPr>
      <a:lvl5pPr marL="1341438" indent="-261938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4.jf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0BA1EB-1949-4708-884C-5B234C9A0A39}"/>
              </a:ext>
            </a:extLst>
          </p:cNvPr>
          <p:cNvSpPr txBox="1"/>
          <p:nvPr/>
        </p:nvSpPr>
        <p:spPr>
          <a:xfrm>
            <a:off x="0" y="150982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+mj-lt"/>
              </a:rPr>
              <a:t>Image-guided Navigation for Robotics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84BE8-D9D7-4702-AC20-1B3D92B8229D}"/>
              </a:ext>
            </a:extLst>
          </p:cNvPr>
          <p:cNvSpPr txBox="1"/>
          <p:nvPr/>
        </p:nvSpPr>
        <p:spPr>
          <a:xfrm>
            <a:off x="1488557" y="2340821"/>
            <a:ext cx="858047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Image Coordinate Frames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4F54CB-3EBB-42CD-8BCE-2F3CFCA28B6C}"/>
              </a:ext>
            </a:extLst>
          </p:cNvPr>
          <p:cNvSpPr txBox="1"/>
          <p:nvPr/>
        </p:nvSpPr>
        <p:spPr>
          <a:xfrm>
            <a:off x="154709" y="4882490"/>
            <a:ext cx="70493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Rachel Sparks, Ph.D.</a:t>
            </a:r>
          </a:p>
          <a:p>
            <a:r>
              <a:rPr lang="en-US" sz="2400" dirty="0">
                <a:latin typeface="+mn-lt"/>
              </a:rPr>
              <a:t>Rachel.sparks@kcl.ac.uk</a:t>
            </a:r>
          </a:p>
          <a:p>
            <a:r>
              <a:rPr lang="en-US" sz="2400" dirty="0">
                <a:latin typeface="+mj-lt"/>
              </a:rPr>
              <a:t>Lecturer in Surgical &amp; Interventional Engineering</a:t>
            </a:r>
          </a:p>
          <a:p>
            <a:r>
              <a:rPr lang="en-US" sz="2400" dirty="0">
                <a:latin typeface="+mj-lt"/>
              </a:rPr>
              <a:t>School of Biomedical Engineering &amp; Imaging Sciences</a:t>
            </a:r>
          </a:p>
        </p:txBody>
      </p:sp>
    </p:spTree>
    <p:extLst>
      <p:ext uri="{BB962C8B-B14F-4D97-AF65-F5344CB8AC3E}">
        <p14:creationId xmlns:p14="http://schemas.microsoft.com/office/powerpoint/2010/main" val="90249123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B1EC-8160-870B-177A-8288EE085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Image Coordinate 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D631F-1F9F-E887-8424-030E80DA8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73025" indent="-342900">
              <a:buChar char="•"/>
            </a:pPr>
            <a:r>
              <a:rPr lang="en-US" dirty="0">
                <a:solidFill>
                  <a:srgbClr val="0A2D50"/>
                </a:solidFill>
                <a:latin typeface="Georgia"/>
                <a:ea typeface="Calibri"/>
                <a:cs typeface="Calibri"/>
              </a:rPr>
              <a:t>Every image has its own coordinate </a:t>
            </a:r>
            <a:r>
              <a:rPr lang="en-US" dirty="0">
                <a:latin typeface="Georgia"/>
                <a:ea typeface="Calibri"/>
                <a:cs typeface="Calibri"/>
              </a:rPr>
              <a:t>frame</a:t>
            </a:r>
            <a:endParaRPr lang="en-US" dirty="0">
              <a:solidFill>
                <a:srgbClr val="0A2D50"/>
              </a:solidFill>
              <a:latin typeface="Georgia"/>
            </a:endParaRPr>
          </a:p>
          <a:p>
            <a:pPr marL="73025" indent="-342900">
              <a:buChar char="•"/>
            </a:pPr>
            <a:r>
              <a:rPr lang="en-US" dirty="0">
                <a:latin typeface="Georgia"/>
                <a:ea typeface="Calibri"/>
                <a:cs typeface="Calibri"/>
              </a:rPr>
              <a:t>Software</a:t>
            </a:r>
            <a:r>
              <a:rPr lang="en-US" dirty="0">
                <a:solidFill>
                  <a:srgbClr val="0A2D50"/>
                </a:solidFill>
                <a:latin typeface="Georgia"/>
                <a:ea typeface="Calibri"/>
                <a:cs typeface="Calibri"/>
              </a:rPr>
              <a:t> platforms use this coordinate frame to determine how to render images on screen</a:t>
            </a:r>
          </a:p>
          <a:p>
            <a:pPr marL="73025" indent="-342900">
              <a:buChar char="•"/>
            </a:pPr>
            <a:r>
              <a:rPr lang="en-US" dirty="0">
                <a:solidFill>
                  <a:srgbClr val="0A2D50"/>
                </a:solidFill>
                <a:latin typeface="Georgia"/>
                <a:ea typeface="Calibri"/>
                <a:cs typeface="Calibri"/>
              </a:rPr>
              <a:t>Transformations can be applied to alter an image coordinate </a:t>
            </a:r>
            <a:r>
              <a:rPr lang="en-US" dirty="0">
                <a:latin typeface="Georgia"/>
                <a:ea typeface="Calibri"/>
                <a:cs typeface="Calibri"/>
              </a:rPr>
              <a:t>frame</a:t>
            </a:r>
            <a:r>
              <a:rPr lang="en-US" dirty="0">
                <a:solidFill>
                  <a:srgbClr val="0A2D50"/>
                </a:solidFill>
                <a:latin typeface="Georgia"/>
                <a:ea typeface="Calibri"/>
                <a:cs typeface="Calibri"/>
              </a:rPr>
              <a:t> or its </a:t>
            </a:r>
            <a:r>
              <a:rPr lang="en-US" dirty="0">
                <a:latin typeface="Georgia"/>
                <a:ea typeface="Calibri"/>
                <a:cs typeface="Calibri"/>
              </a:rPr>
              <a:t>rendering</a:t>
            </a:r>
            <a:endParaRPr lang="en-US" dirty="0">
              <a:solidFill>
                <a:srgbClr val="0A2D50"/>
              </a:solidFill>
              <a:latin typeface="Georgia"/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Learning Objectives:</a:t>
            </a:r>
          </a:p>
          <a:p>
            <a:pPr marL="971550" lvl="1" indent="-514350">
              <a:buAutoNum type="arabicPeriod"/>
            </a:pPr>
            <a:r>
              <a:rPr lang="en-US" dirty="0">
                <a:ea typeface="Calibri"/>
                <a:cs typeface="Calibri"/>
              </a:rPr>
              <a:t>Understand image coordinates and how 3D Slicer uses this information to render images on screen</a:t>
            </a:r>
          </a:p>
          <a:p>
            <a:pPr marL="971550" lvl="1" indent="-514350">
              <a:buAutoNum type="arabicPeriod"/>
            </a:pPr>
            <a:r>
              <a:rPr lang="en-US" dirty="0">
                <a:ea typeface="Calibri"/>
                <a:cs typeface="Calibri"/>
              </a:rPr>
              <a:t>Understand how transformations can be used to alter image coordinates</a:t>
            </a:r>
          </a:p>
          <a:p>
            <a:pPr marL="971550" lvl="1" indent="-514350">
              <a:buAutoNum type="arabicPeriod"/>
            </a:pPr>
            <a:r>
              <a:rPr lang="en-US" dirty="0">
                <a:ea typeface="Calibri"/>
                <a:cs typeface="Calibri"/>
              </a:rPr>
              <a:t>Understand how transformations can be used to alter rendering in 3D Slicer</a:t>
            </a:r>
          </a:p>
        </p:txBody>
      </p:sp>
    </p:spTree>
    <p:extLst>
      <p:ext uri="{BB962C8B-B14F-4D97-AF65-F5344CB8AC3E}">
        <p14:creationId xmlns:p14="http://schemas.microsoft.com/office/powerpoint/2010/main" val="38788646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E1A87177-6A4A-4757-B87B-1ABFEF0515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0000" y="1089220"/>
                <a:ext cx="8242895" cy="4856400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>
                <a:lvl1pPr marL="0" indent="0" algn="l" defTabSz="4572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Clr>
                    <a:srgbClr val="0A2D50"/>
                  </a:buClr>
                  <a:buFont typeface="Arial"/>
                  <a:buNone/>
                  <a:defRPr sz="2000" kern="1200">
                    <a:solidFill>
                      <a:srgbClr val="0A2D50"/>
                    </a:solidFill>
                    <a:latin typeface="Impact"/>
                    <a:ea typeface="+mn-ea"/>
                    <a:cs typeface="Impact"/>
                  </a:defRPr>
                </a:lvl1pPr>
                <a:lvl2pPr marL="0" indent="0" algn="l" defTabSz="4572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Clr>
                    <a:srgbClr val="0A2D50"/>
                  </a:buClr>
                  <a:buFont typeface="Arial"/>
                  <a:buNone/>
                  <a:defRPr sz="2000" kern="1200">
                    <a:solidFill>
                      <a:schemeClr val="tx1"/>
                    </a:solidFill>
                    <a:latin typeface="Georgia"/>
                    <a:ea typeface="+mn-ea"/>
                    <a:cs typeface="Georgia"/>
                  </a:defRPr>
                </a:lvl2pPr>
                <a:lvl3pPr marL="269875" indent="-269875" algn="l" defTabSz="4572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Clr>
                    <a:srgbClr val="0A2D50"/>
                  </a:buClr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Georgia"/>
                    <a:ea typeface="+mn-ea"/>
                    <a:cs typeface="Georgia"/>
                  </a:defRPr>
                </a:lvl3pPr>
                <a:lvl4pPr marL="539750" indent="-269875" algn="l" defTabSz="4572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Clr>
                    <a:srgbClr val="0A2D50"/>
                  </a:buClr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Georgia"/>
                    <a:ea typeface="+mn-ea"/>
                    <a:cs typeface="Georgia"/>
                  </a:defRPr>
                </a:lvl4pPr>
                <a:lvl5pPr marL="809625" indent="-269875" algn="l" defTabSz="4572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Clr>
                    <a:srgbClr val="0A2D50"/>
                  </a:buClr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Georgia"/>
                    <a:ea typeface="+mn-ea"/>
                    <a:cs typeface="Georgia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 fontAlgn="auto">
                  <a:spcAft>
                    <a:spcPts val="0"/>
                  </a:spcAft>
                </a:pPr>
                <a:r>
                  <a:rPr lang="en-US" dirty="0"/>
                  <a:t>Each pixel </a:t>
                </a:r>
                <a:r>
                  <a:rPr lang="en-US" dirty="0" err="1"/>
                  <a:t>c</a:t>
                </a:r>
                <a:r>
                  <a:rPr lang="en-US" baseline="-25000" dirty="0" err="1"/>
                  <a:t>ind</a:t>
                </a:r>
                <a:r>
                  <a:rPr lang="en-US" baseline="-25000" dirty="0"/>
                  <a:t> </a:t>
                </a:r>
                <a:r>
                  <a:rPr lang="en-US" dirty="0"/>
                  <a:t>has two additional, implicitly defined properties</a:t>
                </a:r>
              </a:p>
              <a:p>
                <a:pPr marL="612775" lvl="2" indent="-342900" fontAlgn="auto"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Size/Spacing: real world mm</a:t>
                </a:r>
                <a:r>
                  <a:rPr lang="en-US" baseline="30000" dirty="0"/>
                  <a:t>3</a:t>
                </a:r>
                <a:r>
                  <a:rPr lang="en-US" dirty="0"/>
                  <a:t> of each pixel, [</a:t>
                </a:r>
                <a:r>
                  <a:rPr lang="en-US" dirty="0" err="1"/>
                  <a:t>s</a:t>
                </a:r>
                <a:r>
                  <a:rPr lang="en-US" baseline="-25000" dirty="0" err="1"/>
                  <a:t>x</a:t>
                </a:r>
                <a:r>
                  <a:rPr lang="en-US" dirty="0"/>
                  <a:t> </a:t>
                </a:r>
                <a:r>
                  <a:rPr lang="en-US" dirty="0" err="1"/>
                  <a:t>s</a:t>
                </a:r>
                <a:r>
                  <a:rPr lang="en-US" baseline="-25000" dirty="0" err="1"/>
                  <a:t>y</a:t>
                </a:r>
                <a:r>
                  <a:rPr lang="en-US" dirty="0"/>
                  <a:t> </a:t>
                </a:r>
                <a:r>
                  <a:rPr lang="en-US" dirty="0" err="1"/>
                  <a:t>s</a:t>
                </a:r>
                <a:r>
                  <a:rPr lang="en-US" baseline="-25000" dirty="0" err="1"/>
                  <a:t>z</a:t>
                </a:r>
                <a:r>
                  <a:rPr lang="en-US" dirty="0"/>
                  <a:t>]</a:t>
                </a:r>
              </a:p>
              <a:p>
                <a:pPr marL="612775" lvl="2" indent="-342900" fontAlgn="auto"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Position/Point: </a:t>
                </a:r>
                <a:r>
                  <a:rPr lang="en-US" dirty="0" err="1"/>
                  <a:t>c</a:t>
                </a:r>
                <a:r>
                  <a:rPr lang="en-US" baseline="-25000" dirty="0" err="1"/>
                  <a:t>pnt</a:t>
                </a:r>
                <a:r>
                  <a:rPr lang="en-US" baseline="-25000" dirty="0"/>
                  <a:t> </a:t>
                </a:r>
                <a:r>
                  <a:rPr lang="en-US" dirty="0"/>
                  <a:t>= (</a:t>
                </a:r>
                <a:r>
                  <a:rPr lang="en-US" dirty="0" err="1"/>
                  <a:t>x</a:t>
                </a:r>
                <a:r>
                  <a:rPr lang="en-US" baseline="-25000" dirty="0" err="1"/>
                  <a:t>i</a:t>
                </a:r>
                <a:r>
                  <a:rPr lang="en-US" dirty="0" err="1"/>
                  <a:t>,y</a:t>
                </a:r>
                <a:r>
                  <a:rPr lang="en-US" baseline="-25000" dirty="0" err="1"/>
                  <a:t>j</a:t>
                </a:r>
                <a:r>
                  <a:rPr lang="en-US" dirty="0" err="1"/>
                  <a:t>,z</a:t>
                </a:r>
                <a:r>
                  <a:rPr lang="en-US" baseline="-25000" dirty="0" err="1"/>
                  <a:t>k</a:t>
                </a:r>
                <a:r>
                  <a:rPr lang="en-US" dirty="0"/>
                  <a:t>)</a:t>
                </a:r>
              </a:p>
              <a:p>
                <a:pPr marL="1152525" lvl="4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Origin: o = (x</a:t>
                </a:r>
                <a:r>
                  <a:rPr lang="en-US" baseline="-25000" dirty="0"/>
                  <a:t>0</a:t>
                </a:r>
                <a:r>
                  <a:rPr lang="en-US" dirty="0"/>
                  <a:t>, y</a:t>
                </a:r>
                <a:r>
                  <a:rPr lang="en-US" baseline="-25000" dirty="0"/>
                  <a:t>0</a:t>
                </a:r>
                <a:r>
                  <a:rPr lang="en-US" dirty="0"/>
                  <a:t>, z</a:t>
                </a:r>
                <a:r>
                  <a:rPr lang="en-US" baseline="-25000" dirty="0"/>
                  <a:t>0</a:t>
                </a:r>
                <a:r>
                  <a:rPr lang="en-US" dirty="0"/>
                  <a:t>)</a:t>
                </a:r>
              </a:p>
              <a:p>
                <a:pPr marL="1152525" lvl="4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+mn-lt"/>
                  </a:rPr>
                  <a:t>Orientation  r=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xx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xy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xz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yx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yy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yz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zx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zy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zz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marL="1152525" lvl="4" indent="-342900">
                  <a:buFont typeface="Arial" panose="020B0604020202020204" pitchFamily="34" charset="0"/>
                  <a:buChar char="•"/>
                </a:pPr>
                <a:endParaRPr lang="en-US" dirty="0">
                  <a:latin typeface="+mn-lt"/>
                </a:endParaRPr>
              </a:p>
              <a:p>
                <a:pPr lvl="1"/>
                <a:r>
                  <a:rPr lang="en-US" dirty="0">
                    <a:latin typeface="+mn-lt"/>
                  </a:rPr>
                  <a:t>Can convert pixels between image indices and point coordinates</a:t>
                </a:r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E1A87177-6A4A-4757-B87B-1ABFEF051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00" y="1089220"/>
                <a:ext cx="8242895" cy="4856400"/>
              </a:xfrm>
              <a:prstGeom prst="rect">
                <a:avLst/>
              </a:prstGeom>
              <a:blipFill>
                <a:blip r:embed="rId3"/>
                <a:stretch>
                  <a:fillRect l="-1923" t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AE74D0D-185C-4ECB-BE0B-A49ECA50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To “World Coordinates”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E5765D-7B9A-42B5-83C2-FEEB4FBD9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1834590"/>
            <a:ext cx="3036971" cy="3188820"/>
          </a:xfr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2456219-E851-4FB8-809E-A46B67F2B8DA}"/>
              </a:ext>
            </a:extLst>
          </p:cNvPr>
          <p:cNvCxnSpPr>
            <a:cxnSpLocks/>
            <a:endCxn id="5" idx="2"/>
          </p:cNvCxnSpPr>
          <p:nvPr/>
        </p:nvCxnSpPr>
        <p:spPr>
          <a:xfrm flipH="1">
            <a:off x="9639802" y="4896853"/>
            <a:ext cx="201529" cy="1265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BA4860-6F92-4264-85F7-8051E80F77D5}"/>
              </a:ext>
            </a:extLst>
          </p:cNvPr>
          <p:cNvCxnSpPr>
            <a:cxnSpLocks/>
          </p:cNvCxnSpPr>
          <p:nvPr/>
        </p:nvCxnSpPr>
        <p:spPr>
          <a:xfrm>
            <a:off x="7194884" y="2719137"/>
            <a:ext cx="2444918" cy="360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A6A302F-0C3E-49AC-9E2A-E9AEC1D35273}"/>
              </a:ext>
            </a:extLst>
          </p:cNvPr>
          <p:cNvSpPr txBox="1"/>
          <p:nvPr/>
        </p:nvSpPr>
        <p:spPr>
          <a:xfrm>
            <a:off x="6400800" y="2261937"/>
            <a:ext cx="1010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(0,0,0)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E10DA1-CA31-44E0-BD9E-3C0352899256}"/>
                  </a:ext>
                </a:extLst>
              </p:cNvPr>
              <p:cNvSpPr txBox="1"/>
              <p:nvPr/>
            </p:nvSpPr>
            <p:spPr>
              <a:xfrm>
                <a:off x="1343042" y="4576179"/>
                <a:ext cx="5150000" cy="7679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𝑝𝑛𝑡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sub>
                                    </m:s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∗ </m:t>
                                    </m:r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xx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xy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z</m:t>
                                        </m:r>
                                      </m:sub>
                                    </m:s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xz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yx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yy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z</m:t>
                                        </m:r>
                                      </m:sub>
                                    </m:s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yz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zx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zy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zz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E10DA1-CA31-44E0-BD9E-3C0352899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042" y="4576179"/>
                <a:ext cx="5150000" cy="7679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69533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29B8D-E67A-50EA-5F06-3C6AA86DA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Rendering Pipeline –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66768-92E3-755B-55B9-FF1E032FB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>
                <a:ea typeface="Calibri"/>
                <a:cs typeface="Calibri"/>
              </a:rPr>
              <a:t>Rendering aims to take N-Dimensional (ND) Data and Display it on a 2D Display screen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 err="1"/>
              <a:t>matplotlib.pyplot</a:t>
            </a:r>
            <a:r>
              <a:rPr lang="en-US" dirty="0"/>
              <a:t> simply takes the raw pixel data and displays each pixel with a set size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This does not make use of any of the image specific information (size, origin, orientation)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Images of different sizes but similar resolutions appear differently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Images of similar sizes but different resolutions appear the same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A6AA97-DD87-8AD0-6857-B8D7E4A06E51}"/>
              </a:ext>
            </a:extLst>
          </p:cNvPr>
          <p:cNvSpPr/>
          <p:nvPr/>
        </p:nvSpPr>
        <p:spPr>
          <a:xfrm>
            <a:off x="3034250" y="4398631"/>
            <a:ext cx="1645920" cy="1645920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95FE85D-7808-D282-8107-63CA007B8434}"/>
              </a:ext>
            </a:extLst>
          </p:cNvPr>
          <p:cNvSpPr/>
          <p:nvPr/>
        </p:nvSpPr>
        <p:spPr>
          <a:xfrm>
            <a:off x="4861138" y="5008461"/>
            <a:ext cx="770021" cy="426261"/>
          </a:xfrm>
          <a:prstGeom prst="rightArrow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C79A80-9505-BF2E-F3EF-26C4B2326EAA}"/>
              </a:ext>
            </a:extLst>
          </p:cNvPr>
          <p:cNvSpPr/>
          <p:nvPr/>
        </p:nvSpPr>
        <p:spPr>
          <a:xfrm>
            <a:off x="5757830" y="4398631"/>
            <a:ext cx="1645920" cy="1645920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2D Screen</a:t>
            </a:r>
          </a:p>
        </p:txBody>
      </p:sp>
    </p:spTree>
    <p:extLst>
      <p:ext uri="{BB962C8B-B14F-4D97-AF65-F5344CB8AC3E}">
        <p14:creationId xmlns:p14="http://schemas.microsoft.com/office/powerpoint/2010/main" val="2254208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29B8D-E67A-50EA-5F06-3C6AA86DA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Rendering Pipeline –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66768-92E3-755B-55B9-FF1E032FB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>
                <a:ea typeface="Calibri"/>
                <a:cs typeface="Calibri"/>
              </a:rPr>
              <a:t>Rendering aims to take N-Dimensional (ND) Data and Display it on a 2D Display screen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 err="1"/>
              <a:t>matplotlib.pyplot</a:t>
            </a:r>
            <a:r>
              <a:rPr lang="en-US" dirty="0"/>
              <a:t> simply takes the raw pixel data and displays each pixel with a set size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This does not make use of any of the image specific information (size, origin, orientation)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Images of different sizes but similar resolutions appear differently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Images of similar sizes but different resolutions appear the same.</a:t>
            </a:r>
          </a:p>
          <a:p>
            <a:pPr marL="1152525" lvl="4" indent="-342900"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EC170D7-FB2A-648F-C569-1F4804CE3A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478" b="1608"/>
          <a:stretch/>
        </p:blipFill>
        <p:spPr>
          <a:xfrm>
            <a:off x="6574972" y="3378200"/>
            <a:ext cx="4013200" cy="3109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8903A1-AB34-0601-B674-A6478832E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523" y="3916795"/>
            <a:ext cx="53435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242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29B8D-E67A-50EA-5F06-3C6AA86DA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Rendering Pipeline – Slicer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66768-92E3-755B-55B9-FF1E032FB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>
                <a:ea typeface="Calibri"/>
                <a:cs typeface="Calibri"/>
              </a:rPr>
              <a:t>Rendering aims to take 3-Dimensional (3D) Data and Display it on a 2D Display screen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In Sicer3D we assume all data is in the same 3D world our “</a:t>
            </a:r>
            <a:r>
              <a:rPr lang="en-US" dirty="0" err="1">
                <a:ea typeface="Calibri"/>
                <a:cs typeface="Calibri"/>
              </a:rPr>
              <a:t>mrmlScene</a:t>
            </a:r>
            <a:r>
              <a:rPr lang="en-US" dirty="0">
                <a:ea typeface="Calibri"/>
                <a:cs typeface="Calibri"/>
              </a:rPr>
              <a:t>”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3D world gets projected to different 2D scenes (“Red”, “Yellow”, and “Green” Planes)</a:t>
            </a:r>
          </a:p>
          <a:p>
            <a:pPr lvl="1"/>
            <a:r>
              <a:rPr lang="en-US" dirty="0">
                <a:ea typeface="Calibri"/>
                <a:cs typeface="Calibri"/>
              </a:rPr>
              <a:t>	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A6AA97-DD87-8AD0-6857-B8D7E4A06E51}"/>
              </a:ext>
            </a:extLst>
          </p:cNvPr>
          <p:cNvSpPr/>
          <p:nvPr/>
        </p:nvSpPr>
        <p:spPr>
          <a:xfrm>
            <a:off x="2076307" y="2956331"/>
            <a:ext cx="1645920" cy="1645920"/>
          </a:xfrm>
          <a:prstGeom prst="ellipse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05E4FA2-19DB-1AA5-7C5D-6E1C7AA86895}"/>
              </a:ext>
            </a:extLst>
          </p:cNvPr>
          <p:cNvSpPr/>
          <p:nvPr/>
        </p:nvSpPr>
        <p:spPr>
          <a:xfrm>
            <a:off x="3829480" y="3513221"/>
            <a:ext cx="770021" cy="426261"/>
          </a:xfrm>
          <a:prstGeom prst="rightArrow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5407CE-0EE3-0270-0FA8-1A7ED8357D71}"/>
              </a:ext>
            </a:extLst>
          </p:cNvPr>
          <p:cNvSpPr/>
          <p:nvPr/>
        </p:nvSpPr>
        <p:spPr>
          <a:xfrm>
            <a:off x="4706754" y="2956331"/>
            <a:ext cx="1645920" cy="1645920"/>
          </a:xfrm>
          <a:prstGeom prst="ellips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3D World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95FE85D-7808-D282-8107-63CA007B8434}"/>
              </a:ext>
            </a:extLst>
          </p:cNvPr>
          <p:cNvSpPr/>
          <p:nvPr/>
        </p:nvSpPr>
        <p:spPr>
          <a:xfrm>
            <a:off x="6595659" y="3566160"/>
            <a:ext cx="770021" cy="426261"/>
          </a:xfrm>
          <a:prstGeom prst="rightArrow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C79A80-9505-BF2E-F3EF-26C4B2326EAA}"/>
              </a:ext>
            </a:extLst>
          </p:cNvPr>
          <p:cNvSpPr/>
          <p:nvPr/>
        </p:nvSpPr>
        <p:spPr>
          <a:xfrm>
            <a:off x="7492351" y="2956330"/>
            <a:ext cx="1645920" cy="1645920"/>
          </a:xfrm>
          <a:prstGeom prst="ellipse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2D Screen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9D6B1B-5155-545A-2DD7-7549B36DB3CC}"/>
              </a:ext>
            </a:extLst>
          </p:cNvPr>
          <p:cNvSpPr/>
          <p:nvPr/>
        </p:nvSpPr>
        <p:spPr>
          <a:xfrm>
            <a:off x="1972148" y="4855028"/>
            <a:ext cx="1854238" cy="52977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vtkImage</a:t>
            </a:r>
            <a:endParaRPr lang="en-US" dirty="0"/>
          </a:p>
          <a:p>
            <a:pPr algn="ctr"/>
            <a:r>
              <a:rPr lang="en-US" dirty="0" err="1"/>
              <a:t>vtkPolyData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F80BBA-490C-BED3-30B2-1B4CCB91BED2}"/>
              </a:ext>
            </a:extLst>
          </p:cNvPr>
          <p:cNvSpPr/>
          <p:nvPr/>
        </p:nvSpPr>
        <p:spPr>
          <a:xfrm>
            <a:off x="4318197" y="4855027"/>
            <a:ext cx="2423034" cy="64830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/>
              <a:t>mrmlScene</a:t>
            </a:r>
            <a:endParaRPr lang="en-US" dirty="0"/>
          </a:p>
          <a:p>
            <a:pPr algn="ctr"/>
            <a:r>
              <a:rPr lang="en-US" dirty="0"/>
              <a:t>  </a:t>
            </a:r>
            <a:r>
              <a:rPr lang="en-US" dirty="0" err="1"/>
              <a:t>vtkMRML</a:t>
            </a:r>
            <a:r>
              <a:rPr lang="en-US" dirty="0"/>
              <a:t>…Node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E3B373-C93D-37FE-329F-B8974CD628ED}"/>
              </a:ext>
            </a:extLst>
          </p:cNvPr>
          <p:cNvSpPr/>
          <p:nvPr/>
        </p:nvSpPr>
        <p:spPr>
          <a:xfrm>
            <a:off x="7584630" y="4855027"/>
            <a:ext cx="1461361" cy="77651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Red</a:t>
            </a:r>
          </a:p>
          <a:p>
            <a:pPr algn="ctr"/>
            <a:r>
              <a:rPr lang="en-US" dirty="0"/>
              <a:t>Yellow</a:t>
            </a:r>
          </a:p>
          <a:p>
            <a:pPr algn="ctr"/>
            <a:r>
              <a:rPr lang="en-US" dirty="0"/>
              <a:t>Green</a:t>
            </a:r>
          </a:p>
        </p:txBody>
      </p:sp>
    </p:spTree>
    <p:extLst>
      <p:ext uri="{BB962C8B-B14F-4D97-AF65-F5344CB8AC3E}">
        <p14:creationId xmlns:p14="http://schemas.microsoft.com/office/powerpoint/2010/main" val="27816517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7BF8-2CFD-83B9-BCBF-4A4D0146C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 Light"/>
              </a:rPr>
              <a:t>vtkMRML</a:t>
            </a:r>
            <a:r>
              <a:rPr lang="en-US" dirty="0">
                <a:cs typeface="Calibri Light"/>
              </a:rPr>
              <a:t>*Nodes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CF5D9-6DFD-62C1-89C3-259263BFB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>
                <a:ea typeface="Calibri"/>
                <a:cs typeface="Calibri"/>
              </a:rPr>
              <a:t>The nodes in 3D Slicer help to define how Data is projected into the 3D World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We have already seen each node has a name and a unique ID as well as data</a:t>
            </a:r>
          </a:p>
          <a:p>
            <a:pPr lvl="1"/>
            <a:r>
              <a:rPr lang="en-US" dirty="0">
                <a:cs typeface="Calibri"/>
              </a:rPr>
              <a:t>It also stores information to move from</a:t>
            </a:r>
          </a:p>
          <a:p>
            <a:pPr lvl="1"/>
            <a:r>
              <a:rPr lang="en-US" dirty="0">
                <a:cs typeface="Calibri"/>
              </a:rPr>
              <a:t>data to world space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“</a:t>
            </a:r>
            <a:r>
              <a:rPr lang="en-US" dirty="0" err="1">
                <a:cs typeface="Calibri"/>
              </a:rPr>
              <a:t>TransformNodeID</a:t>
            </a:r>
            <a:r>
              <a:rPr lang="en-US" dirty="0">
                <a:cs typeface="Calibri"/>
              </a:rPr>
              <a:t>” </a:t>
            </a:r>
          </a:p>
          <a:p>
            <a:pPr lvl="1"/>
            <a:r>
              <a:rPr lang="en-US" dirty="0">
                <a:cs typeface="Calibri"/>
              </a:rPr>
              <a:t>For images we also always need: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Space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Origin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Transformation “</a:t>
            </a:r>
            <a:r>
              <a:rPr lang="en-US" dirty="0" err="1">
                <a:cs typeface="Calibri"/>
              </a:rPr>
              <a:t>IJKToRASDirections</a:t>
            </a:r>
            <a:r>
              <a:rPr lang="en-US" dirty="0">
                <a:cs typeface="Calibri"/>
              </a:rPr>
              <a:t>”</a:t>
            </a:r>
          </a:p>
          <a:p>
            <a:pPr lvl="2" indent="0">
              <a:buNone/>
            </a:pPr>
            <a:endParaRPr lang="en-US" dirty="0">
              <a:cs typeface="Calibri"/>
            </a:endParaRPr>
          </a:p>
          <a:p>
            <a:pPr lvl="2" indent="0">
              <a:buNone/>
            </a:pPr>
            <a:r>
              <a:rPr lang="en-US" dirty="0">
                <a:cs typeface="Calibri"/>
              </a:rPr>
              <a:t> </a:t>
            </a:r>
            <a:endParaRPr lang="en-US" dirty="0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13A797C-3B06-BCE8-1535-EA4A25AB2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934" y="1558332"/>
            <a:ext cx="6097066" cy="45765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451924-B704-304E-2E5D-7B9F82AA3A6F}"/>
              </a:ext>
            </a:extLst>
          </p:cNvPr>
          <p:cNvSpPr/>
          <p:nvPr/>
        </p:nvSpPr>
        <p:spPr>
          <a:xfrm>
            <a:off x="5714999" y="3683478"/>
            <a:ext cx="2133600" cy="845229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4B97BC-C5E8-884C-CB0B-58FAECA73A02}"/>
              </a:ext>
            </a:extLst>
          </p:cNvPr>
          <p:cNvSpPr/>
          <p:nvPr/>
        </p:nvSpPr>
        <p:spPr>
          <a:xfrm>
            <a:off x="5714999" y="3499452"/>
            <a:ext cx="2133600" cy="225881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011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1ADB9-5069-6C74-1BE5-033DB86F6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 Light"/>
              </a:rPr>
              <a:t>vtkMRML</a:t>
            </a:r>
            <a:r>
              <a:rPr lang="en-US" dirty="0">
                <a:cs typeface="Calibri Light"/>
              </a:rPr>
              <a:t>*Nodes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30C0B-1D3A-6BFE-DB12-A3776A051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lvl="1"/>
            <a:r>
              <a:rPr lang="en-US" dirty="0"/>
              <a:t>You can move the rendering location of objects using the ‘Transforms’ module</a:t>
            </a:r>
          </a:p>
          <a:p>
            <a:pPr marL="882650" lvl="3" indent="-342900"/>
            <a:r>
              <a:rPr lang="en-US" dirty="0"/>
              <a:t>Note this only changes its appearance on screen not the underlying data!</a:t>
            </a:r>
          </a:p>
          <a:p>
            <a:pPr marL="882650" lvl="3" indent="-342900"/>
            <a:r>
              <a:rPr lang="en-US" dirty="0"/>
              <a:t>We now have two transforms – on describing the underlying data and one describing the transformation applied to the node!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8359573-3E26-1A1B-D7EA-9FA26E190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173" y="2509630"/>
            <a:ext cx="7131327" cy="401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111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A9206-752E-EE33-8ECF-A6AA6D1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C34E8-850F-8BB8-E4DE-9CF53B31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 Light"/>
              </a:rPr>
              <a:t>vtkMRML</a:t>
            </a:r>
            <a:r>
              <a:rPr lang="en-US" dirty="0">
                <a:cs typeface="Calibri Light"/>
              </a:rPr>
              <a:t>*Nodes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5E8CC-3DA6-69CD-70BC-62AC53547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lvl="1"/>
            <a:r>
              <a:rPr lang="en-US" dirty="0"/>
              <a:t>You can move the rendering location of objects using the ‘Transforms’ module</a:t>
            </a:r>
          </a:p>
          <a:p>
            <a:pPr marL="882650" lvl="3" indent="-342900"/>
            <a:r>
              <a:rPr lang="en-US" dirty="0"/>
              <a:t>"Harden" will combine the two transformations into one by altering Origin, Spacing and </a:t>
            </a:r>
            <a:r>
              <a:rPr lang="en-US" dirty="0" err="1"/>
              <a:t>ITKToRASDirections</a:t>
            </a:r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24797E4-942B-D349-57D7-7BADF6285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91" y="2377109"/>
            <a:ext cx="4861891" cy="2743199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07B17A85-7834-7D15-B122-EC55878B2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783" y="2368826"/>
            <a:ext cx="4878458" cy="2746514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65BEEFD6-A783-4DD0-C1B1-9AE39C4F7C69}"/>
              </a:ext>
            </a:extLst>
          </p:cNvPr>
          <p:cNvSpPr/>
          <p:nvPr/>
        </p:nvSpPr>
        <p:spPr>
          <a:xfrm>
            <a:off x="5540535" y="3633945"/>
            <a:ext cx="978408" cy="484632"/>
          </a:xfrm>
          <a:prstGeom prst="rightArrow">
            <a:avLst/>
          </a:prstGeom>
          <a:solidFill>
            <a:srgbClr val="D80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3CC918-B970-5F8A-0890-2914F73FA77D}"/>
              </a:ext>
            </a:extLst>
          </p:cNvPr>
          <p:cNvSpPr/>
          <p:nvPr/>
        </p:nvSpPr>
        <p:spPr>
          <a:xfrm>
            <a:off x="8606826" y="4006071"/>
            <a:ext cx="1669212" cy="60528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929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F3996-BE33-E416-9210-223CDA18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Different Image Coordinate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59744-9391-9E96-E113-3378928DD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10793491" cy="4856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Georgia"/>
                <a:cs typeface="Calibri"/>
              </a:rPr>
              <a:t>Different software implementations implement coordinate frames differently</a:t>
            </a:r>
          </a:p>
          <a:p>
            <a:pPr marL="612775" lvl="2" indent="-342900"/>
            <a:r>
              <a:rPr lang="en-US" dirty="0">
                <a:solidFill>
                  <a:srgbClr val="0A2D50"/>
                </a:solidFill>
                <a:cs typeface="Calibri"/>
              </a:rPr>
              <a:t>Be careful when converting between data types that you understand each coordinate system</a:t>
            </a:r>
          </a:p>
          <a:p>
            <a:pPr marL="612775" lvl="2" indent="-342900"/>
            <a:r>
              <a:rPr lang="en-US" dirty="0">
                <a:solidFill>
                  <a:srgbClr val="0A2D50"/>
                </a:solidFill>
                <a:cs typeface="Calibri"/>
              </a:rPr>
              <a:t>Where possible use in-built tools to perform conversions</a:t>
            </a:r>
          </a:p>
          <a:p>
            <a:pPr marL="612775" lvl="2" indent="-342900"/>
            <a:r>
              <a:rPr lang="en-US" dirty="0">
                <a:solidFill>
                  <a:srgbClr val="0A2D50"/>
                </a:solidFill>
                <a:cs typeface="Calibri"/>
              </a:rPr>
              <a:t>Always sense check coordinates to test your implementation</a:t>
            </a:r>
          </a:p>
          <a:p>
            <a:pPr marL="612775" lvl="2" indent="-342900"/>
            <a:endParaRPr lang="en-US" dirty="0">
              <a:solidFill>
                <a:srgbClr val="0A2D50"/>
              </a:solidFill>
              <a:cs typeface="Calibri"/>
            </a:endParaRPr>
          </a:p>
          <a:p>
            <a:pPr marL="612775" lvl="2" indent="-342900"/>
            <a:endParaRPr lang="en-US" dirty="0">
              <a:solidFill>
                <a:srgbClr val="0A2D50"/>
              </a:solidFill>
              <a:cs typeface="Calibri"/>
            </a:endParaRPr>
          </a:p>
          <a:p>
            <a:pPr marL="882650" lvl="3" indent="-342900"/>
            <a:endParaRPr lang="en-US" dirty="0">
              <a:solidFill>
                <a:srgbClr val="0A2D5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405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34CDE-DBF9-CDB2-250D-DE60EB285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C3596-3BC4-13AE-5869-81F5B4E73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Different Image Coordinate 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6F7D2-27E0-AF37-45FD-14BB3BC6D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7774246" cy="4856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2" indent="0">
              <a:buNone/>
            </a:pPr>
            <a:r>
              <a:rPr lang="en-US" err="1">
                <a:solidFill>
                  <a:srgbClr val="0A2D50"/>
                </a:solidFill>
                <a:cs typeface="Calibri"/>
              </a:rPr>
              <a:t>vtkImage</a:t>
            </a:r>
            <a:r>
              <a:rPr lang="en-US" dirty="0">
                <a:solidFill>
                  <a:srgbClr val="0A2D50"/>
                </a:solidFill>
                <a:cs typeface="Calibri"/>
              </a:rPr>
              <a:t> </a:t>
            </a:r>
            <a:endParaRPr lang="en-US" dirty="0">
              <a:solidFill>
                <a:srgbClr val="000000"/>
              </a:solidFill>
              <a:cs typeface="Calibri"/>
            </a:endParaRPr>
          </a:p>
          <a:p>
            <a:pPr marL="882650" lvl="3" indent="-342900"/>
            <a:r>
              <a:rPr lang="en-US" dirty="0">
                <a:solidFill>
                  <a:srgbClr val="0A2D50"/>
                </a:solidFill>
                <a:cs typeface="Calibri"/>
              </a:rPr>
              <a:t>When in 3D Slicer </a:t>
            </a:r>
            <a:r>
              <a:rPr lang="en-US" err="1">
                <a:solidFill>
                  <a:srgbClr val="0A2D50"/>
                </a:solidFill>
                <a:cs typeface="Calibri"/>
              </a:rPr>
              <a:t>vtkImage</a:t>
            </a:r>
            <a:r>
              <a:rPr lang="en-US" dirty="0">
                <a:solidFill>
                  <a:srgbClr val="0A2D50"/>
                </a:solidFill>
                <a:cs typeface="Calibri"/>
              </a:rPr>
              <a:t> does not store your origin, spacing, orientation the node does</a:t>
            </a:r>
            <a:endParaRPr lang="en-US">
              <a:solidFill>
                <a:srgbClr val="000000"/>
              </a:solidFill>
              <a:cs typeface="Calibri"/>
            </a:endParaRPr>
          </a:p>
          <a:p>
            <a:pPr marL="882650" lvl="3" indent="-342900"/>
            <a:r>
              <a:rPr lang="en-US" dirty="0">
                <a:solidFill>
                  <a:srgbClr val="0A2D50"/>
                </a:solidFill>
                <a:cs typeface="Calibri"/>
              </a:rPr>
              <a:t>Similar to how </a:t>
            </a:r>
            <a:r>
              <a:rPr lang="en-US" dirty="0" err="1">
                <a:solidFill>
                  <a:srgbClr val="0A2D50"/>
                </a:solidFill>
                <a:cs typeface="Calibri"/>
              </a:rPr>
              <a:t>numpy</a:t>
            </a:r>
            <a:r>
              <a:rPr lang="en-US" dirty="0">
                <a:solidFill>
                  <a:srgbClr val="0A2D50"/>
                </a:solidFill>
                <a:cs typeface="Calibri"/>
              </a:rPr>
              <a:t> array of image data does not store origin, spacing orientation</a:t>
            </a:r>
          </a:p>
          <a:p>
            <a:pPr marL="882650" lvl="3" indent="-342900"/>
            <a:endParaRPr lang="en-US" dirty="0">
              <a:solidFill>
                <a:srgbClr val="0A2D50"/>
              </a:solidFill>
              <a:cs typeface="Calibri"/>
            </a:endParaRPr>
          </a:p>
          <a:p>
            <a:pPr marL="882650" lvl="3" indent="-342900"/>
            <a:endParaRPr lang="en-US" dirty="0">
              <a:solidFill>
                <a:srgbClr val="0A2D50"/>
              </a:solidFill>
              <a:cs typeface="Calibri"/>
            </a:endParaRPr>
          </a:p>
          <a:p>
            <a:pPr marL="882650" lvl="3" indent="-342900"/>
            <a:endParaRPr lang="en-US" dirty="0">
              <a:solidFill>
                <a:srgbClr val="0A2D50"/>
              </a:solidFill>
              <a:cs typeface="Calibri"/>
            </a:endParaRPr>
          </a:p>
          <a:p>
            <a:pPr lvl="2" indent="0">
              <a:buNone/>
            </a:pPr>
            <a:r>
              <a:rPr lang="en-US" dirty="0" err="1">
                <a:solidFill>
                  <a:srgbClr val="0A2D50"/>
                </a:solidFill>
                <a:cs typeface="Calibri"/>
              </a:rPr>
              <a:t>SimpleITK</a:t>
            </a:r>
            <a:r>
              <a:rPr lang="en-US" dirty="0">
                <a:solidFill>
                  <a:srgbClr val="0A2D50"/>
                </a:solidFill>
                <a:cs typeface="Calibri"/>
              </a:rPr>
              <a:t> Image</a:t>
            </a:r>
          </a:p>
          <a:p>
            <a:pPr marL="882650" lvl="3" indent="-342900"/>
            <a:r>
              <a:rPr lang="en-US" dirty="0">
                <a:solidFill>
                  <a:srgbClr val="0A2D50"/>
                </a:solidFill>
                <a:cs typeface="Calibri"/>
              </a:rPr>
              <a:t>Same purpose as a node – this stores origin, spacing, and orientation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D528580-AAF7-6B3E-CD1E-3ED04E19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920" y="1092679"/>
            <a:ext cx="3582839" cy="30983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1FFD12-4D16-2948-2BE1-705CE636A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961" y="5283200"/>
            <a:ext cx="6139133" cy="79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049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18F7-A962-4619-5FDC-831DEFA5E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Putting it all together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B1618-B008-9820-0CFD-287B75190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>
                <a:latin typeface="Georgia"/>
              </a:rPr>
              <a:t>Images have a size (spacing), origin, and orientation (</a:t>
            </a:r>
            <a:r>
              <a:rPr lang="en-US" err="1">
                <a:latin typeface="Georgia"/>
              </a:rPr>
              <a:t>IJKToRASDirections</a:t>
            </a:r>
            <a:r>
              <a:rPr lang="en-US" dirty="0">
                <a:latin typeface="Georgia"/>
              </a:rPr>
              <a:t>)</a:t>
            </a:r>
          </a:p>
          <a:p>
            <a:pPr marL="612775" lvl="2" indent="-342900">
              <a:buFont typeface="Wingdings"/>
              <a:buChar char="§"/>
            </a:pPr>
            <a:r>
              <a:rPr lang="en-US" dirty="0">
                <a:solidFill>
                  <a:srgbClr val="0A2D50"/>
                </a:solidFill>
              </a:rPr>
              <a:t>Not all low lever rendering options (matplotlib) will use all of this information to display images</a:t>
            </a:r>
          </a:p>
          <a:p>
            <a:pPr marL="612775" lvl="2" indent="-342900">
              <a:buFont typeface="Wingdings"/>
              <a:buChar char="§"/>
            </a:pPr>
            <a:r>
              <a:rPr lang="en-US" dirty="0">
                <a:solidFill>
                  <a:srgbClr val="0A2D50"/>
                </a:solidFill>
              </a:rPr>
              <a:t>Image software that uses all parameters might make different display choices (e.g. what side of the screen is right/left, what axes the 2D imaging planes are shown, etc.)</a:t>
            </a:r>
          </a:p>
          <a:p>
            <a:pPr marL="612775" lvl="2" indent="-342900">
              <a:buFont typeface="Wingdings"/>
              <a:buChar char="§"/>
            </a:pPr>
            <a:r>
              <a:rPr lang="en-US" dirty="0">
                <a:solidFill>
                  <a:srgbClr val="0A2D50"/>
                </a:solidFill>
              </a:rPr>
              <a:t>Be aware of how coordinate systems might change during data conversions</a:t>
            </a:r>
          </a:p>
        </p:txBody>
      </p:sp>
    </p:spTree>
    <p:extLst>
      <p:ext uri="{BB962C8B-B14F-4D97-AF65-F5344CB8AC3E}">
        <p14:creationId xmlns:p14="http://schemas.microsoft.com/office/powerpoint/2010/main" val="31783178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KCL UPDATE v4 4x3">
  <a:themeElements>
    <a:clrScheme name="KCL">
      <a:dk1>
        <a:sysClr val="windowText" lastClr="000000"/>
      </a:dk1>
      <a:lt1>
        <a:sysClr val="window" lastClr="FFFFFF"/>
      </a:lt1>
      <a:dk2>
        <a:srgbClr val="0A2D50"/>
      </a:dk2>
      <a:lt2>
        <a:srgbClr val="CDD7DC"/>
      </a:lt2>
      <a:accent1>
        <a:srgbClr val="E2231A"/>
      </a:accent1>
      <a:accent2>
        <a:srgbClr val="FF5F05"/>
      </a:accent2>
      <a:accent3>
        <a:srgbClr val="F5B90F"/>
      </a:accent3>
      <a:accent4>
        <a:srgbClr val="C8E128"/>
      </a:accent4>
      <a:accent5>
        <a:srgbClr val="009EA0"/>
      </a:accent5>
      <a:accent6>
        <a:srgbClr val="005AD2"/>
      </a:accent6>
      <a:hlink>
        <a:srgbClr val="E2231A"/>
      </a:hlink>
      <a:folHlink>
        <a:srgbClr val="E2231A"/>
      </a:folHlink>
    </a:clrScheme>
    <a:fontScheme name="KCL-fonts">
      <a:majorFont>
        <a:latin typeface="Impact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8081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7MRI0070_BasicDataTypes_Week1</Template>
  <TotalTime>60</TotalTime>
  <Words>658</Words>
  <Application>Microsoft Office PowerPoint</Application>
  <PresentationFormat>Widescreen</PresentationFormat>
  <Paragraphs>84</Paragraphs>
  <Slides>12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KCL UPDATE v4 4x3</vt:lpstr>
      <vt:lpstr>PowerPoint Presentation</vt:lpstr>
      <vt:lpstr>Image Coordinate Frames</vt:lpstr>
      <vt:lpstr>Image To “World Coordinates”</vt:lpstr>
      <vt:lpstr>Rendering Pipeline – Overview</vt:lpstr>
      <vt:lpstr>Rendering Pipeline – Overview</vt:lpstr>
      <vt:lpstr>Rendering Pipeline – Slicer Overview</vt:lpstr>
      <vt:lpstr>vtkMRML*Nodes</vt:lpstr>
      <vt:lpstr>vtkMRML*Nodes</vt:lpstr>
      <vt:lpstr>vtkMRML*Nodes</vt:lpstr>
      <vt:lpstr>Different Image Coordinate Frames</vt:lpstr>
      <vt:lpstr>Different Image Coordinate Frames</vt:lpstr>
      <vt:lpstr>Putting it all together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Rachel Sparks</cp:lastModifiedBy>
  <cp:revision>232</cp:revision>
  <dcterms:created xsi:type="dcterms:W3CDTF">2024-01-14T09:53:41Z</dcterms:created>
  <dcterms:modified xsi:type="dcterms:W3CDTF">2024-01-14T15:57:39Z</dcterms:modified>
</cp:coreProperties>
</file>